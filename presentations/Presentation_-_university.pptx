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xrohgeoitfmxsrzdswa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xrohgeoitfmxsrzdswa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vrpmzfuqmclcuclwrux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vrpmzfuqmclcuclwrux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https://foxwellforest.com/problem-solving-activities-for-kids/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_tjkbrdqqfacopfuaxjk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_tjkbrdqqfacopfuaxjk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https://slidehunter.com/an-overview-of-9-step-problem-solving-model/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_eiieyqxxneiwcqqhaakz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_eiieyqxxneiwcqqhaakz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_pykwxlekxmgttvakowa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_pykwxlekxmgttvakowa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https://balancedscorecard.org/bsc-basics/articles-videos/webinar-techniques-for-strategic-thinking-and-planning/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slide_qxmhmqcsbfrolixatrq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slide_qxmhmqcsbfrolixatrq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https://medium.com/@deryrahman/computational-thinking-an-important-skill-for-everyone-22f7a28a0f87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slide_ojhwjiymoqfelwnpeih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slide_ojhwjiymoqfelwnpeih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_iybnlslevzbeadcnikj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_iybnlslevzbeadcnikj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https://www.sciencelearn.org.nz/resources/3274-earth-systems-and-climate-change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slide_mkprqasegbuduhnjfde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slide_mkprqasegbuduhnjfde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https://www.cv-library.co.uk/recruitment-insight/technology-in-the-workplace/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qrcnvhsfsuvnfuuhsrx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qrcnvhsfsuvnfuuhsrx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ltuolclzhghjlykjjnp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ltuolclzhghjlykjjnp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https://nexus-education.com/blog-posts/importance-intentional-reflection/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lide_soogtitdzoanxewwekc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lide_soogtitdzoanxewwekc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Computational Thinking Overview</a:t>
            </a:r>
            <a:endParaRPr sz="38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What is a Problem?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17500" y="13335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 problem is a situation where you face a gap between your current state and your desired goal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Problems require you to think critically and find solutions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You encounter problems daily: academic challenges, technical issues, real-world scenarios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Understanding what constitutes a problem is your first step toward solving it effectively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0086" y="342900"/>
            <a:ext cx="2515827" cy="377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What is Problem Solving?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826000" y="13335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Problem solving is the process of finding solutions to difficult or complex situations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It involves analyzing the problem, generating possible solutions, and evaluating outcomes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Effective problem solving requires both creativity and logical thinking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You develop problem-solving skills through practice and reflection on your approaches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898814"/>
            <a:ext cx="3657600" cy="26600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Problem-Solving Steps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69875" y="13335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Define the problem clearly and understand what you need to achieve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Gather relevant information and identify constraints or limitations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Generate multiple possible solutions without judging them initially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Evaluate each solution based on feasibility, efficiency, and effectiveness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Implement your chosen solution and monitor the results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Reflect on the process and refine your approach for future problems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Problem-Solving Strategies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17500" y="13335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Decomposition: break complex problems into smaller, manageable parts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Pattern recognition: identify similarities with problems you have solved before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Abstraction: focus on essential features and ignore irrelevant details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Algorithm design: create step-by-step procedures to solve problems systematically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Trial and error: test different approaches when the solution path is unclear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Work backwards: start from the desired goal and trace back to the starting point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1010869"/>
            <a:ext cx="3657600" cy="243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Introducing Computational Thinking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4826000" y="13335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Computational thinking is a problem-solving approach that applies computer science principles to any domain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It emphasizes breaking problems into components, recognizing patterns, and designing algorithms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You use computational thinking to structure complex problems in ways that computers and humans can understand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48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Mono"/>
              <a:buChar char="●"/>
            </a:pPr>
            <a:r>
              <a:rPr lang="en" sz="1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Computational thinking is not just about programming; it is a universal thinking skill for the digital age</a:t>
            </a:r>
            <a:endParaRPr sz="1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006988"/>
            <a:ext cx="3657599" cy="244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Connecting Computational Thinking to Problem Solving</a:t>
            </a:r>
            <a:endParaRPr sz="2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269875" y="13335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Computational thinking enhances traditional problem solving by adding systematic structure and precision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When you apply computational thinking, you translate real-world problems into computational models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You use decomposition to break problems into algorithmic steps that can be executed reliably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Pattern recognition in computational thinking helps you reuse solutions across different contexts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Turn to a partner and discuss: How might computational thinking improve a problem you recently faced?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The Link Between Concepts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317500" y="13335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Problems are the starting point; problem solving is the process; computational thinking is the framework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Computational thinking provides structured strategies that make problem solving more efficient and scalable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You apply problem-solving steps within a computational thinking framework to achieve better outcomes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All three concepts work together: identify problems, solve them systematically, and think computationally about solutions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Understanding their relationship helps you tackle challenges across mathematics, science, engineering, and technology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1203722"/>
            <a:ext cx="3657600" cy="2050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Real-World Applications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4826000" y="13335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Software development: you use computational thinking to design algorithms and write code</a:t>
            </a:r>
            <a:endParaRPr sz="10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Data analysis: you decompose datasets, recognize patterns, and abstract key insights</a:t>
            </a:r>
            <a:endParaRPr sz="10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Business optimization: you break down processes, identify inefficiencies, and design better workflows</a:t>
            </a:r>
            <a:endParaRPr sz="10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Scientific research: you model complex systems and simulate outcomes computationally</a:t>
            </a:r>
            <a:endParaRPr sz="10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Artificial intelligence and machine learning: you structure problems so machines can learn and solve them</a:t>
            </a:r>
            <a:endParaRPr sz="10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Roboto Mono"/>
              <a:buChar char="●"/>
            </a:pPr>
            <a:r>
              <a:rPr lang="en" sz="10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Healthcare and medicine: you apply computational approaches to diagnosis, treatment planning, and drug discovery</a:t>
            </a:r>
            <a:endParaRPr sz="10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083945"/>
            <a:ext cx="3657600" cy="2289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Teaching Sequence for University Students</a:t>
            </a:r>
            <a:endParaRPr sz="22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269875" y="13335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Start with foundational problem-solving: teach students to define problems and understand constraints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Introduce problem-solving strategies: decomposition, pattern recognition, abstraction, and algorithms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Build computational thinking skills: show how to apply these strategies systematically and computationally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Connect theory to practice: use case studies and projects that demonstrate real-world applications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Develop metacognitive awareness: encourage reflection on thinking processes and strategy selection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Advance to complex, interdisciplinary problems: integrate computational thinking across multiple domains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Reflection and Next Steps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317500" y="13335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You now understand how problems, problem solving, and computational thinking form an integrated framework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Computational thinking empowers you to approach challenges with structure, clarity, and systematic reasoning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As you progress, practice decomposing complex problems and recognizing patterns in different contexts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Consider how you can apply these concepts in your major, research, and professional career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Mono"/>
              <a:buChar char="●"/>
            </a:pPr>
            <a:r>
              <a:rPr lang="en" sz="11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What is one problem you face regularly that you could solve more effectively using computational thinking?</a:t>
            </a:r>
            <a:endParaRPr sz="11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1312958"/>
            <a:ext cx="3657599" cy="1831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Key Takeaways</a:t>
            </a:r>
            <a:endParaRPr sz="2500"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269875" y="13335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Problems are gaps between current and desired states that require solutions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Problem solving is a systematic process with defined steps and multiple strategies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Computational thinking applies computer science principles to structure and solve any problem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Decomposition, pattern recognition, abstraction, and algorithms are core computational thinking strategies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These concepts are interconnected and applicable across science, technology, business, and everyday life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Mono"/>
              <a:buChar char="●"/>
            </a:pPr>
            <a:r>
              <a:rPr lang="en">
                <a:solidFill>
                  <a:srgbClr val="434343"/>
                </a:solidFill>
                <a:latin typeface="Roboto Mono"/>
                <a:ea typeface="Roboto Mono"/>
                <a:cs typeface="Roboto Mono"/>
                <a:sym typeface="Roboto Mono"/>
              </a:rPr>
              <a:t>Mastering computational thinking prepares you for success in an increasingly digital and complex world</a:t>
            </a:r>
            <a:endParaRPr>
              <a:solidFill>
                <a:srgbClr val="434343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