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6256000" cy="9144000"/>
  <p:notesSz cx="9144000" cy="16256000"/>
  <p:embeddedFontLst>
    <p:embeddedFont>
      <p:font typeface="Liter" charset="-122" pitchFamily="34"/>
      <p:regular r:id="rId50"/>
    </p:embeddedFont>
    <p:embeddedFont>
      <p:font typeface="Quattrocento Sans" charset="-122" pitchFamily="34"/>
      <p:regular r:id="rId5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Relationship Id="rId50" Type="http://schemas.openxmlformats.org/officeDocument/2006/relationships/font" Target="fonts/font1.fntdata"/><Relationship Id="rId51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 and introduce the session objective: motivating students to use NPTEL for self-learning, certifications, and career growth.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a brief overview of the 6 sections the presentation will cover, setting expectations for the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to Section 1. Introduce that we'll explore what NPTEL is, its origins, and the scale of its impact.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NPTEL as India's largest MOOC platform, emphasizing that it's a collaboration of all major IITs plus IISc, making IIT-quality education accessible to everyone.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stark reality: 15 lakh+ engineering graduates but only 13,000 IIT seats. NPTEL was created to democratize access to IIT-quality education.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interconnected ecosystem: NPTEL courses flow through SWAYAM for credit transfer, ABC stores credits digitally, and Local Chapters provide on-ground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scale of NPTEL impressively. Emphasize that 5 crore+ enrollments and 5,500+ local chapters mean NPTEL is a massive, well-established platform that employers recognize.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breadth of NPTEL offerings. Emphasize that beyond engineering core, there are emerging tech courses (AI/ML) and soft skills that are crucial for placements.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students the breadth of courses available. Emphasize that emerging tech courses (AI/ML/Cloud) are the most popular among placement-seeking students.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to Section 2. Explain that we'll walk through the entire NPTEL learning process step by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course structure clearly. Emphasize that learning is free — only the certification exam has a nominal fee. Two sessions per year means students can plan around their semester schedule.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weekly cycle. Emphasize that it only takes ~4 hours per week — very manageable alongside regular coursework. The key is consistency.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assignments contribute 25% to the final score and multiple attempts are allowed. The discussion forum is a hidden gem — direct access to IIT faculty for doubt clearing.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exam logistics. The Rs. 1,000 fee is very nominal compared to the value of an IIT certificate. Results come within 4 weeks, and exam centers are available in most cities.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scoring formula clearly. Motivate students to aim for Elite (75%+) as it carries maximum weight in placements and credit transfer. Elite + Gold is the top 1% — the gold standard.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certificate hierarchy and what each certificate contains. The QR code and unique ID make verification easy for employers. Elite + Gold is the most prestigious.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domain certification concept: completing 4 related courses demonstrates expertise in a domain. This is highly valued by recruiters looking for specialized skills.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to Section 3 — the Academic Credit System. This is one of the most important sections for students who want to count NPTEL toward their degree.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SWAYAM as the government's official platform that enables credit transfer. The UGC 2021 regulation allowing 40% credits through online courses is a game-changer for students.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ABC as a digital locker for academic credits. Emphasize that credits never expire, so students can accumulate them over their entire academic journey and transfer when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complete flowchart step by step. Emphasize that the entire process is digital and streamlined — from enrollment to credit transfer.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a concrete example. A student in Semester 5 takes Python for Data Science, scores 82%, earns 3 credits and an Elite certificate — all of which count toward their degree.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colleges to become Local Chapters. The faculty mentor and peer support system significantly improves student completion rates.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Motivate students by showing the tangible benefit: up to 40% credits means potentially saving a semester's worth of coursework while learning from IIT professors.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to Section 4 — the career benefits. This section is crucial for motivating placement-focused students.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that NPTEL is the best free resource for GATE preparation since the same IIT professors who teach these courses also contribute to GATE question setting.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directly addresses placement anxiety. Emphasize that NPTEL certificates are a differentiator — when hundreds of students have similar CGPAs, an Elite certificate from IIT stands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practical template for adding NPTEL to their resume. The sample entry shows how to present certifications professionally with scores and domain certificates.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LinkedIn is where recruiters search for candidates. Having NPTEL certifications visible increases profile views and connection requests from industry professionals.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NPTEL Superstar program is a direct pathway to internships. Emphasize that top performers get noticed by companies like Google, Microsoft, and Amazon.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industry associate list shows students that NPTEL is not just academic — it's directly connected to the companies they want to work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 skills are often the differentiator in HR rounds and team interactions. Many students focus only on technical skills — NPTEL soft skills courses give a competitive 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NPTEL prepares students for both technical and HR interview rounds. The depth of knowledge from IIT courses gives students confidence to answer challenging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recognition programs motivate students to perform at their best. The Superstar and Evangelist programs are particularly valuable for resume building.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to Section 5 — the most exciting section for students. These are the courses that directly lead to high-paying jobs.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hottest courses in the job market right now. AI/ML, Generative AI, and Cloud Computing are seeing the highest demand from recruiters.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Programming courses (Python, Java, C++) are the foundation. Core engineering courses like VLSI, Robotics, and EV are in high demand as India pushes for manufacturing growth.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concrete roadmap. The goal of 8 certifications (1 per semester) is achievable and creates an impressive profile by graduation.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Practical tips that make the difference between starting a course and actually completing it with an Elite certificate. Consistency is the key.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6 most important messages. This slide reinforces the core value proposition and leaves a lasting impression.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 all essential links for students to get started immediately. Bookmark this slide for easy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action slide. Encourage students to pull out their phones and visit nptel.ac.in right now. The 6-step visual makes the process look simple and achievable.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 for questions. Remind students that the best time to start is today — enrollment for the next session may already be open.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hyperlink" Target="https://nptel.ac.in" TargetMode="External"/><Relationship Id="rId2" Type="http://schemas.openxmlformats.org/officeDocument/2006/relationships/hyperlink" Target="https://swayam.gov.in" TargetMode="External"/><Relationship Id="rId3" Type="http://schemas.openxmlformats.org/officeDocument/2006/relationships/hyperlink" Target="https://abc.gov.in" TargetMode="External"/><Relationship Id="rId4" Type="http://schemas.openxmlformats.org/officeDocument/2006/relationships/hyperlink" Target="https://digilocker.gov.in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nptel.ac.in" TargetMode="External"/><Relationship Id="rId1" Type="http://schemas.openxmlformats.org/officeDocument/2006/relationships/image" Target="../media/image-4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e32s5zdbnfdd4/mnt/agents/output/nptel-presentation/images/1_Abstract_digital_technology_futuristic.png">    </p:cNvPr>
          <p:cNvPicPr>
            <a:picLocks noChangeAspect="1"/>
          </p:cNvPicPr>
          <p:nvPr/>
        </p:nvPicPr>
        <p:blipFill>
          <a:blip r:embed="rId1"/>
          <a:srcRect l="5556" r="5556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4F8F">
                  <a:alpha val="94000"/>
                </a:srgbClr>
              </a:gs>
              <a:gs pos="50000">
                <a:srgbClr val="1B4F8F">
                  <a:alpha val="82000"/>
                </a:srgbClr>
              </a:gs>
              <a:gs pos="100000">
                <a:srgbClr val="1B4F8F">
                  <a:alpha val="69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6223000" y="2286000"/>
            <a:ext cx="3810000" cy="406400"/>
          </a:xfrm>
          <a:prstGeom prst="roundRect">
            <a:avLst>
              <a:gd name="adj" fmla="val 50000"/>
            </a:avLst>
          </a:prstGeom>
          <a:solidFill>
            <a:srgbClr val="E87722"/>
          </a:solidFill>
          <a:ln/>
          <a:effectLst>
            <a:outerShdw sx="100000" sy="100000" kx="0" ky="0" algn="bl" rotWithShape="0" blurRad="101600" dist="25400" dir="5400000">
              <a:srgbClr val="000000">
                <a:alpha val="18824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6223000" y="22860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FACULTY DEVELOPMENT PROGRAM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778000" y="2984500"/>
            <a:ext cx="1270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Enhancing Self-Learning &amp; Skill</a:t>
            </a:r>
            <a:endParaRPr lang="en-US" sz="4400" dirty="0"/>
          </a:p>
          <a:p>
            <a:pPr algn="ctr">
              <a:lnSpc>
                <a:spcPct val="120000"/>
              </a:lnSpc>
            </a:pPr>
            <a:r>
              <a:rPr lang="en-US" sz="4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Development through </a:t>
            </a:r>
            <a:pPr algn="ctr">
              <a:lnSpc>
                <a:spcPct val="120000"/>
              </a:lnSpc>
            </a:pPr>
            <a:r>
              <a:rPr lang="en-US" sz="4400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NPTEL</a:t>
            </a:r>
            <a:endParaRPr lang="en-US" sz="4400" dirty="0"/>
          </a:p>
        </p:txBody>
      </p:sp>
      <p:sp>
        <p:nvSpPr>
          <p:cNvPr id="8" name="Shape 4"/>
          <p:cNvSpPr/>
          <p:nvPr/>
        </p:nvSpPr>
        <p:spPr>
          <a:xfrm>
            <a:off x="6858000" y="4762500"/>
            <a:ext cx="2540000" cy="50800"/>
          </a:xfrm>
          <a:prstGeom prst="roundRect">
            <a:avLst>
              <a:gd name="adj" fmla="val 50000"/>
            </a:avLst>
          </a:prstGeom>
          <a:solidFill>
            <a:srgbClr val="E87722"/>
          </a:solidFill>
          <a:ln/>
        </p:spPr>
      </p:sp>
      <p:sp>
        <p:nvSpPr>
          <p:cNvPr id="9" name="Text 5"/>
          <p:cNvSpPr/>
          <p:nvPr/>
        </p:nvSpPr>
        <p:spPr>
          <a:xfrm>
            <a:off x="3048000" y="50800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Complete Guide for Engineering Students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4318000" y="7874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National Programme on Technology Enhanced Learning | IITs &amp; IISc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508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2000" y="1079500"/>
            <a:ext cx="762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2"/>
          <p:cNvSpPr/>
          <p:nvPr/>
        </p:nvSpPr>
        <p:spPr>
          <a:xfrm>
            <a:off x="762000" y="1524000"/>
            <a:ext cx="46990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7059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79500" y="1778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1079500" y="2476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NPTEL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79500" y="29210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is NPTEL, why IITs created it, ecosystem, statistics, and course categories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99000" y="177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2333" y="194270"/>
                </a:moveTo>
                <a:lnTo>
                  <a:pt x="226836" y="279698"/>
                </a:lnTo>
                <a:cubicBezTo>
                  <a:pt x="235479" y="283666"/>
                  <a:pt x="244651" y="285750"/>
                  <a:pt x="254000" y="285750"/>
                </a:cubicBezTo>
                <a:cubicBezTo>
                  <a:pt x="263349" y="285750"/>
                  <a:pt x="272521" y="283666"/>
                  <a:pt x="281164" y="279698"/>
                </a:cubicBezTo>
                <a:lnTo>
                  <a:pt x="494947" y="180677"/>
                </a:lnTo>
                <a:cubicBezTo>
                  <a:pt x="502885" y="177006"/>
                  <a:pt x="508000" y="168374"/>
                  <a:pt x="508000" y="158750"/>
                </a:cubicBezTo>
                <a:cubicBezTo>
                  <a:pt x="508000" y="149126"/>
                  <a:pt x="502885" y="140494"/>
                  <a:pt x="494947" y="136823"/>
                </a:cubicBezTo>
                <a:lnTo>
                  <a:pt x="281164" y="37802"/>
                </a:lnTo>
                <a:cubicBezTo>
                  <a:pt x="272521" y="33834"/>
                  <a:pt x="263349" y="31750"/>
                  <a:pt x="254000" y="31750"/>
                </a:cubicBezTo>
                <a:cubicBezTo>
                  <a:pt x="244651" y="31750"/>
                  <a:pt x="235479" y="33834"/>
                  <a:pt x="226836" y="37802"/>
                </a:cubicBezTo>
                <a:lnTo>
                  <a:pt x="13053" y="136823"/>
                </a:lnTo>
                <a:cubicBezTo>
                  <a:pt x="5115" y="140494"/>
                  <a:pt x="0" y="149126"/>
                  <a:pt x="0" y="158750"/>
                </a:cubicBezTo>
                <a:lnTo>
                  <a:pt x="0" y="452437"/>
                </a:lnTo>
                <a:cubicBezTo>
                  <a:pt x="0" y="465634"/>
                  <a:pt x="9437" y="476250"/>
                  <a:pt x="21167" y="476250"/>
                </a:cubicBezTo>
                <a:cubicBezTo>
                  <a:pt x="32897" y="476250"/>
                  <a:pt x="42333" y="465634"/>
                  <a:pt x="42333" y="452437"/>
                </a:cubicBezTo>
                <a:lnTo>
                  <a:pt x="42333" y="194270"/>
                </a:lnTo>
                <a:close/>
                <a:moveTo>
                  <a:pt x="84667" y="265410"/>
                </a:moveTo>
                <a:lnTo>
                  <a:pt x="84667" y="381000"/>
                </a:lnTo>
                <a:cubicBezTo>
                  <a:pt x="84667" y="433586"/>
                  <a:pt x="160514" y="476250"/>
                  <a:pt x="254000" y="476250"/>
                </a:cubicBezTo>
                <a:cubicBezTo>
                  <a:pt x="347486" y="476250"/>
                  <a:pt x="423333" y="433586"/>
                  <a:pt x="423333" y="381000"/>
                </a:cubicBezTo>
                <a:lnTo>
                  <a:pt x="423333" y="265311"/>
                </a:lnTo>
                <a:lnTo>
                  <a:pt x="297303" y="323751"/>
                </a:lnTo>
                <a:cubicBezTo>
                  <a:pt x="283545" y="330101"/>
                  <a:pt x="268905" y="333375"/>
                  <a:pt x="254000" y="333375"/>
                </a:cubicBezTo>
                <a:cubicBezTo>
                  <a:pt x="239095" y="333375"/>
                  <a:pt x="224455" y="330101"/>
                  <a:pt x="210697" y="323751"/>
                </a:cubicBezTo>
                <a:lnTo>
                  <a:pt x="84667" y="265311"/>
                </a:lnTo>
                <a:close/>
              </a:path>
            </a:pathLst>
          </a:custGeom>
          <a:solidFill>
            <a:srgbClr val="1B4F8F">
              <a:alpha val="12549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778500" y="1524000"/>
            <a:ext cx="46990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7059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096000" y="1778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4200" dirty="0"/>
          </a:p>
        </p:txBody>
      </p:sp>
      <p:sp>
        <p:nvSpPr>
          <p:cNvPr id="12" name="Text 9"/>
          <p:cNvSpPr/>
          <p:nvPr/>
        </p:nvSpPr>
        <p:spPr>
          <a:xfrm>
            <a:off x="6096000" y="2476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&amp; Certification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096000" y="29210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 structure, weekly learning, assignments, exams, and certification types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9715500" y="177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10961" y="-7937"/>
                </a:moveTo>
                <a:cubicBezTo>
                  <a:pt x="205581" y="-14089"/>
                  <a:pt x="197732" y="-16570"/>
                  <a:pt x="190324" y="-14287"/>
                </a:cubicBezTo>
                <a:cubicBezTo>
                  <a:pt x="182915" y="-12005"/>
                  <a:pt x="177183" y="-5556"/>
                  <a:pt x="175331" y="2778"/>
                </a:cubicBezTo>
                <a:lnTo>
                  <a:pt x="161837" y="62508"/>
                </a:lnTo>
                <a:cubicBezTo>
                  <a:pt x="160867" y="66873"/>
                  <a:pt x="156898" y="69453"/>
                  <a:pt x="153106" y="68163"/>
                </a:cubicBezTo>
                <a:lnTo>
                  <a:pt x="100365" y="51495"/>
                </a:lnTo>
                <a:cubicBezTo>
                  <a:pt x="92957" y="49113"/>
                  <a:pt x="85019" y="51495"/>
                  <a:pt x="79640" y="57547"/>
                </a:cubicBezTo>
                <a:cubicBezTo>
                  <a:pt x="74260" y="63599"/>
                  <a:pt x="72143" y="72529"/>
                  <a:pt x="74260" y="80863"/>
                </a:cubicBezTo>
                <a:lnTo>
                  <a:pt x="89165" y="140196"/>
                </a:lnTo>
                <a:cubicBezTo>
                  <a:pt x="90223" y="144463"/>
                  <a:pt x="87930" y="148927"/>
                  <a:pt x="84138" y="150019"/>
                </a:cubicBezTo>
                <a:lnTo>
                  <a:pt x="30956" y="165199"/>
                </a:lnTo>
                <a:cubicBezTo>
                  <a:pt x="23548" y="167283"/>
                  <a:pt x="17727" y="173831"/>
                  <a:pt x="15699" y="182166"/>
                </a:cubicBezTo>
                <a:cubicBezTo>
                  <a:pt x="13670" y="190500"/>
                  <a:pt x="15875" y="199330"/>
                  <a:pt x="21343" y="205383"/>
                </a:cubicBezTo>
                <a:lnTo>
                  <a:pt x="60590" y="248345"/>
                </a:lnTo>
                <a:cubicBezTo>
                  <a:pt x="63412" y="251420"/>
                  <a:pt x="63412" y="256580"/>
                  <a:pt x="60590" y="259755"/>
                </a:cubicBezTo>
                <a:lnTo>
                  <a:pt x="21431" y="302716"/>
                </a:lnTo>
                <a:cubicBezTo>
                  <a:pt x="15963" y="308769"/>
                  <a:pt x="13758" y="317599"/>
                  <a:pt x="15787" y="325934"/>
                </a:cubicBezTo>
                <a:cubicBezTo>
                  <a:pt x="17815" y="334268"/>
                  <a:pt x="23636" y="340717"/>
                  <a:pt x="31044" y="342900"/>
                </a:cubicBezTo>
                <a:lnTo>
                  <a:pt x="84138" y="358080"/>
                </a:lnTo>
                <a:cubicBezTo>
                  <a:pt x="88018" y="359172"/>
                  <a:pt x="90311" y="363637"/>
                  <a:pt x="89165" y="367903"/>
                </a:cubicBezTo>
                <a:lnTo>
                  <a:pt x="74260" y="427137"/>
                </a:lnTo>
                <a:cubicBezTo>
                  <a:pt x="72143" y="435471"/>
                  <a:pt x="74260" y="444401"/>
                  <a:pt x="79640" y="450453"/>
                </a:cubicBezTo>
                <a:cubicBezTo>
                  <a:pt x="85019" y="456505"/>
                  <a:pt x="92957" y="458887"/>
                  <a:pt x="100365" y="456505"/>
                </a:cubicBezTo>
                <a:lnTo>
                  <a:pt x="153106" y="439738"/>
                </a:lnTo>
                <a:cubicBezTo>
                  <a:pt x="156898" y="438547"/>
                  <a:pt x="160867" y="441127"/>
                  <a:pt x="161837" y="445393"/>
                </a:cubicBezTo>
                <a:lnTo>
                  <a:pt x="175331" y="505123"/>
                </a:lnTo>
                <a:cubicBezTo>
                  <a:pt x="177183" y="513457"/>
                  <a:pt x="183003" y="520005"/>
                  <a:pt x="190412" y="522288"/>
                </a:cubicBezTo>
                <a:cubicBezTo>
                  <a:pt x="197820" y="524570"/>
                  <a:pt x="205669" y="522089"/>
                  <a:pt x="211049" y="515938"/>
                </a:cubicBezTo>
                <a:lnTo>
                  <a:pt x="249238" y="471785"/>
                </a:lnTo>
                <a:cubicBezTo>
                  <a:pt x="251972" y="468610"/>
                  <a:pt x="256558" y="468610"/>
                  <a:pt x="259380" y="471785"/>
                </a:cubicBezTo>
                <a:lnTo>
                  <a:pt x="297480" y="515938"/>
                </a:lnTo>
                <a:cubicBezTo>
                  <a:pt x="302860" y="522089"/>
                  <a:pt x="310709" y="524570"/>
                  <a:pt x="318117" y="522288"/>
                </a:cubicBezTo>
                <a:cubicBezTo>
                  <a:pt x="325526" y="520005"/>
                  <a:pt x="331258" y="513457"/>
                  <a:pt x="333199" y="505123"/>
                </a:cubicBezTo>
                <a:lnTo>
                  <a:pt x="346692" y="445492"/>
                </a:lnTo>
                <a:cubicBezTo>
                  <a:pt x="347663" y="441127"/>
                  <a:pt x="351631" y="438547"/>
                  <a:pt x="355424" y="439837"/>
                </a:cubicBezTo>
                <a:lnTo>
                  <a:pt x="408164" y="456605"/>
                </a:lnTo>
                <a:cubicBezTo>
                  <a:pt x="415572" y="458986"/>
                  <a:pt x="423510" y="456605"/>
                  <a:pt x="428890" y="450552"/>
                </a:cubicBezTo>
                <a:cubicBezTo>
                  <a:pt x="434269" y="444500"/>
                  <a:pt x="436386" y="435570"/>
                  <a:pt x="434269" y="427236"/>
                </a:cubicBezTo>
                <a:lnTo>
                  <a:pt x="419365" y="367903"/>
                </a:lnTo>
                <a:cubicBezTo>
                  <a:pt x="418306" y="363637"/>
                  <a:pt x="420599" y="359172"/>
                  <a:pt x="424392" y="358080"/>
                </a:cubicBezTo>
                <a:lnTo>
                  <a:pt x="477485" y="342900"/>
                </a:lnTo>
                <a:cubicBezTo>
                  <a:pt x="484893" y="340816"/>
                  <a:pt x="490714" y="334268"/>
                  <a:pt x="492742" y="325934"/>
                </a:cubicBezTo>
                <a:cubicBezTo>
                  <a:pt x="494771" y="317599"/>
                  <a:pt x="492566" y="308670"/>
                  <a:pt x="487098" y="302716"/>
                </a:cubicBezTo>
                <a:lnTo>
                  <a:pt x="447851" y="259755"/>
                </a:lnTo>
                <a:cubicBezTo>
                  <a:pt x="445029" y="256679"/>
                  <a:pt x="445029" y="251520"/>
                  <a:pt x="447851" y="248345"/>
                </a:cubicBezTo>
                <a:lnTo>
                  <a:pt x="487098" y="205383"/>
                </a:lnTo>
                <a:cubicBezTo>
                  <a:pt x="492566" y="199330"/>
                  <a:pt x="494771" y="190500"/>
                  <a:pt x="492742" y="182166"/>
                </a:cubicBezTo>
                <a:cubicBezTo>
                  <a:pt x="490714" y="173831"/>
                  <a:pt x="484893" y="167382"/>
                  <a:pt x="477485" y="165199"/>
                </a:cubicBezTo>
                <a:lnTo>
                  <a:pt x="424392" y="150019"/>
                </a:lnTo>
                <a:cubicBezTo>
                  <a:pt x="420511" y="148927"/>
                  <a:pt x="418218" y="144462"/>
                  <a:pt x="419365" y="140196"/>
                </a:cubicBezTo>
                <a:lnTo>
                  <a:pt x="434269" y="80863"/>
                </a:lnTo>
                <a:cubicBezTo>
                  <a:pt x="436386" y="72529"/>
                  <a:pt x="434269" y="63599"/>
                  <a:pt x="428890" y="57547"/>
                </a:cubicBezTo>
                <a:cubicBezTo>
                  <a:pt x="423510" y="51495"/>
                  <a:pt x="415572" y="49113"/>
                  <a:pt x="408164" y="51495"/>
                </a:cubicBezTo>
                <a:lnTo>
                  <a:pt x="355424" y="68263"/>
                </a:lnTo>
                <a:cubicBezTo>
                  <a:pt x="351631" y="69453"/>
                  <a:pt x="347663" y="66873"/>
                  <a:pt x="346692" y="62607"/>
                </a:cubicBezTo>
                <a:lnTo>
                  <a:pt x="333199" y="2778"/>
                </a:lnTo>
                <a:cubicBezTo>
                  <a:pt x="331347" y="-5556"/>
                  <a:pt x="325526" y="-12105"/>
                  <a:pt x="318117" y="-14387"/>
                </a:cubicBezTo>
                <a:cubicBezTo>
                  <a:pt x="310709" y="-16669"/>
                  <a:pt x="302860" y="-14188"/>
                  <a:pt x="297480" y="-8037"/>
                </a:cubicBezTo>
                <a:lnTo>
                  <a:pt x="259292" y="36215"/>
                </a:lnTo>
                <a:cubicBezTo>
                  <a:pt x="256558" y="39390"/>
                  <a:pt x="251972" y="39390"/>
                  <a:pt x="249149" y="36215"/>
                </a:cubicBezTo>
                <a:lnTo>
                  <a:pt x="210961" y="-7937"/>
                </a:lnTo>
                <a:close/>
              </a:path>
            </a:pathLst>
          </a:custGeom>
          <a:solidFill>
            <a:srgbClr val="1B4F8F">
              <a:alpha val="12549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10795000" y="1524000"/>
            <a:ext cx="46990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7059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1112500" y="1778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4200" dirty="0"/>
          </a:p>
        </p:txBody>
      </p:sp>
      <p:sp>
        <p:nvSpPr>
          <p:cNvPr id="17" name="Text 14"/>
          <p:cNvSpPr/>
          <p:nvPr/>
        </p:nvSpPr>
        <p:spPr>
          <a:xfrm>
            <a:off x="11112500" y="2476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Academic Credit System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1112500" y="29210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SWAYAM platform, Academic Bank of Credits, credit transfer process, and benefits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4732000" y="177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69776" y="20042"/>
                </a:moveTo>
                <a:cubicBezTo>
                  <a:pt x="260052" y="14486"/>
                  <a:pt x="248047" y="14486"/>
                  <a:pt x="238224" y="20042"/>
                </a:cubicBezTo>
                <a:lnTo>
                  <a:pt x="15974" y="147042"/>
                </a:lnTo>
                <a:cubicBezTo>
                  <a:pt x="3473" y="154186"/>
                  <a:pt x="-2679" y="168870"/>
                  <a:pt x="992" y="182761"/>
                </a:cubicBezTo>
                <a:cubicBezTo>
                  <a:pt x="4663" y="196652"/>
                  <a:pt x="17363" y="206375"/>
                  <a:pt x="31750" y="206375"/>
                </a:cubicBezTo>
                <a:lnTo>
                  <a:pt x="63500" y="206375"/>
                </a:lnTo>
                <a:lnTo>
                  <a:pt x="63500" y="412750"/>
                </a:lnTo>
                <a:lnTo>
                  <a:pt x="63500" y="412750"/>
                </a:lnTo>
                <a:lnTo>
                  <a:pt x="12700" y="450850"/>
                </a:lnTo>
                <a:cubicBezTo>
                  <a:pt x="4663" y="456803"/>
                  <a:pt x="0" y="466229"/>
                  <a:pt x="0" y="476250"/>
                </a:cubicBezTo>
                <a:cubicBezTo>
                  <a:pt x="0" y="493812"/>
                  <a:pt x="14188" y="508000"/>
                  <a:pt x="31750" y="508000"/>
                </a:cubicBezTo>
                <a:lnTo>
                  <a:pt x="476250" y="508000"/>
                </a:lnTo>
                <a:cubicBezTo>
                  <a:pt x="493812" y="508000"/>
                  <a:pt x="508000" y="493812"/>
                  <a:pt x="508000" y="476250"/>
                </a:cubicBezTo>
                <a:cubicBezTo>
                  <a:pt x="508000" y="466229"/>
                  <a:pt x="503337" y="456803"/>
                  <a:pt x="495300" y="450850"/>
                </a:cubicBezTo>
                <a:lnTo>
                  <a:pt x="444500" y="412750"/>
                </a:lnTo>
                <a:lnTo>
                  <a:pt x="444500" y="206375"/>
                </a:lnTo>
                <a:lnTo>
                  <a:pt x="476250" y="206375"/>
                </a:lnTo>
                <a:cubicBezTo>
                  <a:pt x="490637" y="206375"/>
                  <a:pt x="503238" y="196652"/>
                  <a:pt x="506909" y="182761"/>
                </a:cubicBezTo>
                <a:cubicBezTo>
                  <a:pt x="510580" y="168870"/>
                  <a:pt x="504428" y="154186"/>
                  <a:pt x="491927" y="147042"/>
                </a:cubicBezTo>
                <a:lnTo>
                  <a:pt x="269677" y="20042"/>
                </a:lnTo>
                <a:close/>
                <a:moveTo>
                  <a:pt x="396875" y="206375"/>
                </a:moveTo>
                <a:lnTo>
                  <a:pt x="396875" y="412750"/>
                </a:lnTo>
                <a:lnTo>
                  <a:pt x="333375" y="412750"/>
                </a:lnTo>
                <a:lnTo>
                  <a:pt x="333375" y="206375"/>
                </a:lnTo>
                <a:lnTo>
                  <a:pt x="396875" y="206375"/>
                </a:lnTo>
                <a:close/>
                <a:moveTo>
                  <a:pt x="285750" y="206375"/>
                </a:moveTo>
                <a:lnTo>
                  <a:pt x="285750" y="412750"/>
                </a:lnTo>
                <a:lnTo>
                  <a:pt x="222250" y="412750"/>
                </a:lnTo>
                <a:lnTo>
                  <a:pt x="222250" y="206375"/>
                </a:lnTo>
                <a:lnTo>
                  <a:pt x="285750" y="206375"/>
                </a:lnTo>
                <a:close/>
                <a:moveTo>
                  <a:pt x="174625" y="206375"/>
                </a:moveTo>
                <a:lnTo>
                  <a:pt x="174625" y="412750"/>
                </a:lnTo>
                <a:lnTo>
                  <a:pt x="111125" y="412750"/>
                </a:lnTo>
                <a:lnTo>
                  <a:pt x="111125" y="206375"/>
                </a:lnTo>
                <a:lnTo>
                  <a:pt x="174625" y="206375"/>
                </a:lnTo>
                <a:close/>
                <a:moveTo>
                  <a:pt x="254000" y="95250"/>
                </a:moveTo>
                <a:cubicBezTo>
                  <a:pt x="271523" y="95250"/>
                  <a:pt x="285750" y="109477"/>
                  <a:pt x="285750" y="127000"/>
                </a:cubicBezTo>
                <a:cubicBezTo>
                  <a:pt x="285750" y="144523"/>
                  <a:pt x="271523" y="158750"/>
                  <a:pt x="254000" y="158750"/>
                </a:cubicBezTo>
                <a:cubicBezTo>
                  <a:pt x="236477" y="158750"/>
                  <a:pt x="222250" y="144523"/>
                  <a:pt x="222250" y="127000"/>
                </a:cubicBezTo>
                <a:cubicBezTo>
                  <a:pt x="222250" y="109477"/>
                  <a:pt x="236477" y="95250"/>
                  <a:pt x="254000" y="95250"/>
                </a:cubicBezTo>
                <a:close/>
              </a:path>
            </a:pathLst>
          </a:custGeom>
          <a:solidFill>
            <a:srgbClr val="1B4F8F">
              <a:alpha val="12549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762000" y="4953000"/>
            <a:ext cx="46990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7059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1079500" y="5207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4200" dirty="0"/>
          </a:p>
        </p:txBody>
      </p:sp>
      <p:sp>
        <p:nvSpPr>
          <p:cNvPr id="22" name="Text 19"/>
          <p:cNvSpPr/>
          <p:nvPr/>
        </p:nvSpPr>
        <p:spPr>
          <a:xfrm>
            <a:off x="1079500" y="5905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Career &amp; Placement Benefits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1079500" y="63500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GATE prep, placements, resume building, LinkedIn, internships, and industry connects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699000" y="5207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98438" y="47625"/>
                </a:moveTo>
                <a:lnTo>
                  <a:pt x="309562" y="47625"/>
                </a:lnTo>
                <a:cubicBezTo>
                  <a:pt x="313928" y="47625"/>
                  <a:pt x="317500" y="51197"/>
                  <a:pt x="317500" y="55563"/>
                </a:cubicBezTo>
                <a:lnTo>
                  <a:pt x="317500" y="95250"/>
                </a:lnTo>
                <a:lnTo>
                  <a:pt x="190500" y="95250"/>
                </a:lnTo>
                <a:lnTo>
                  <a:pt x="190500" y="55563"/>
                </a:lnTo>
                <a:cubicBezTo>
                  <a:pt x="190500" y="51197"/>
                  <a:pt x="194072" y="47625"/>
                  <a:pt x="198438" y="47625"/>
                </a:cubicBezTo>
                <a:close/>
                <a:moveTo>
                  <a:pt x="142875" y="55563"/>
                </a:moveTo>
                <a:lnTo>
                  <a:pt x="142875" y="95250"/>
                </a:lnTo>
                <a:lnTo>
                  <a:pt x="63500" y="95250"/>
                </a:lnTo>
                <a:cubicBezTo>
                  <a:pt x="28476" y="95250"/>
                  <a:pt x="0" y="123726"/>
                  <a:pt x="0" y="158750"/>
                </a:cubicBezTo>
                <a:lnTo>
                  <a:pt x="0" y="254000"/>
                </a:lnTo>
                <a:lnTo>
                  <a:pt x="508000" y="254000"/>
                </a:lnTo>
                <a:lnTo>
                  <a:pt x="508000" y="158750"/>
                </a:lnTo>
                <a:cubicBezTo>
                  <a:pt x="508000" y="123726"/>
                  <a:pt x="479524" y="95250"/>
                  <a:pt x="444500" y="95250"/>
                </a:cubicBezTo>
                <a:lnTo>
                  <a:pt x="365125" y="95250"/>
                </a:lnTo>
                <a:lnTo>
                  <a:pt x="365125" y="55563"/>
                </a:lnTo>
                <a:cubicBezTo>
                  <a:pt x="365125" y="24904"/>
                  <a:pt x="340221" y="0"/>
                  <a:pt x="309562" y="0"/>
                </a:cubicBezTo>
                <a:lnTo>
                  <a:pt x="198438" y="0"/>
                </a:lnTo>
                <a:cubicBezTo>
                  <a:pt x="167779" y="0"/>
                  <a:pt x="142875" y="24904"/>
                  <a:pt x="142875" y="55563"/>
                </a:cubicBezTo>
                <a:close/>
                <a:moveTo>
                  <a:pt x="508000" y="301625"/>
                </a:moveTo>
                <a:lnTo>
                  <a:pt x="317500" y="301625"/>
                </a:lnTo>
                <a:lnTo>
                  <a:pt x="317500" y="317500"/>
                </a:lnTo>
                <a:cubicBezTo>
                  <a:pt x="317500" y="335062"/>
                  <a:pt x="303312" y="349250"/>
                  <a:pt x="285750" y="349250"/>
                </a:cubicBezTo>
                <a:lnTo>
                  <a:pt x="222250" y="349250"/>
                </a:lnTo>
                <a:cubicBezTo>
                  <a:pt x="204688" y="349250"/>
                  <a:pt x="190500" y="335062"/>
                  <a:pt x="190500" y="317500"/>
                </a:cubicBezTo>
                <a:lnTo>
                  <a:pt x="190500" y="301625"/>
                </a:lnTo>
                <a:lnTo>
                  <a:pt x="0" y="301625"/>
                </a:lnTo>
                <a:lnTo>
                  <a:pt x="0" y="412750"/>
                </a:lnTo>
                <a:cubicBezTo>
                  <a:pt x="0" y="447774"/>
                  <a:pt x="28476" y="476250"/>
                  <a:pt x="63500" y="476250"/>
                </a:cubicBezTo>
                <a:lnTo>
                  <a:pt x="444500" y="476250"/>
                </a:lnTo>
                <a:cubicBezTo>
                  <a:pt x="479524" y="476250"/>
                  <a:pt x="508000" y="447774"/>
                  <a:pt x="508000" y="412750"/>
                </a:cubicBezTo>
                <a:lnTo>
                  <a:pt x="508000" y="301625"/>
                </a:lnTo>
                <a:close/>
              </a:path>
            </a:pathLst>
          </a:custGeom>
          <a:solidFill>
            <a:srgbClr val="1B4F8F">
              <a:alpha val="12549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5778500" y="4953000"/>
            <a:ext cx="46990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7059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096000" y="5207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4200" dirty="0"/>
          </a:p>
        </p:txBody>
      </p:sp>
      <p:sp>
        <p:nvSpPr>
          <p:cNvPr id="27" name="Text 24"/>
          <p:cNvSpPr/>
          <p:nvPr/>
        </p:nvSpPr>
        <p:spPr>
          <a:xfrm>
            <a:off x="6096000" y="5905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High-Demand Courses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6096000" y="63500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AI, ML, Data Science, Cloud, Cyber Security, and emerging technology courses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9715500" y="5207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74625" y="23812"/>
                </a:moveTo>
                <a:cubicBezTo>
                  <a:pt x="174625" y="10616"/>
                  <a:pt x="164009" y="0"/>
                  <a:pt x="150813" y="0"/>
                </a:cubicBezTo>
                <a:cubicBezTo>
                  <a:pt x="137616" y="0"/>
                  <a:pt x="127000" y="10616"/>
                  <a:pt x="127000" y="23812"/>
                </a:cubicBezTo>
                <a:lnTo>
                  <a:pt x="127000" y="63500"/>
                </a:lnTo>
                <a:cubicBezTo>
                  <a:pt x="91976" y="63500"/>
                  <a:pt x="63500" y="91976"/>
                  <a:pt x="63500" y="127000"/>
                </a:cubicBezTo>
                <a:lnTo>
                  <a:pt x="23812" y="127000"/>
                </a:lnTo>
                <a:cubicBezTo>
                  <a:pt x="10616" y="127000"/>
                  <a:pt x="0" y="137616"/>
                  <a:pt x="0" y="150813"/>
                </a:cubicBezTo>
                <a:cubicBezTo>
                  <a:pt x="0" y="164009"/>
                  <a:pt x="10616" y="174625"/>
                  <a:pt x="23812" y="174625"/>
                </a:cubicBezTo>
                <a:lnTo>
                  <a:pt x="63500" y="174625"/>
                </a:lnTo>
                <a:lnTo>
                  <a:pt x="63500" y="230188"/>
                </a:lnTo>
                <a:lnTo>
                  <a:pt x="23812" y="230188"/>
                </a:lnTo>
                <a:cubicBezTo>
                  <a:pt x="10616" y="230188"/>
                  <a:pt x="0" y="240804"/>
                  <a:pt x="0" y="254000"/>
                </a:cubicBezTo>
                <a:cubicBezTo>
                  <a:pt x="0" y="267196"/>
                  <a:pt x="10616" y="277813"/>
                  <a:pt x="23812" y="277813"/>
                </a:cubicBezTo>
                <a:lnTo>
                  <a:pt x="63500" y="277813"/>
                </a:lnTo>
                <a:lnTo>
                  <a:pt x="63500" y="333375"/>
                </a:lnTo>
                <a:lnTo>
                  <a:pt x="23812" y="333375"/>
                </a:lnTo>
                <a:cubicBezTo>
                  <a:pt x="10616" y="333375"/>
                  <a:pt x="0" y="343991"/>
                  <a:pt x="0" y="357188"/>
                </a:cubicBezTo>
                <a:cubicBezTo>
                  <a:pt x="0" y="370384"/>
                  <a:pt x="10616" y="381000"/>
                  <a:pt x="23812" y="381000"/>
                </a:cubicBezTo>
                <a:lnTo>
                  <a:pt x="63500" y="381000"/>
                </a:lnTo>
                <a:cubicBezTo>
                  <a:pt x="63500" y="416024"/>
                  <a:pt x="91976" y="444500"/>
                  <a:pt x="127000" y="444500"/>
                </a:cubicBezTo>
                <a:lnTo>
                  <a:pt x="127000" y="484187"/>
                </a:lnTo>
                <a:cubicBezTo>
                  <a:pt x="127000" y="497384"/>
                  <a:pt x="137616" y="508000"/>
                  <a:pt x="150813" y="508000"/>
                </a:cubicBezTo>
                <a:cubicBezTo>
                  <a:pt x="164009" y="508000"/>
                  <a:pt x="174625" y="497384"/>
                  <a:pt x="174625" y="484187"/>
                </a:cubicBezTo>
                <a:lnTo>
                  <a:pt x="174625" y="444500"/>
                </a:lnTo>
                <a:lnTo>
                  <a:pt x="230188" y="444500"/>
                </a:lnTo>
                <a:lnTo>
                  <a:pt x="230188" y="484187"/>
                </a:lnTo>
                <a:cubicBezTo>
                  <a:pt x="230188" y="497384"/>
                  <a:pt x="240804" y="508000"/>
                  <a:pt x="254000" y="508000"/>
                </a:cubicBezTo>
                <a:cubicBezTo>
                  <a:pt x="267196" y="508000"/>
                  <a:pt x="277813" y="497384"/>
                  <a:pt x="277813" y="484187"/>
                </a:cubicBezTo>
                <a:lnTo>
                  <a:pt x="277813" y="444500"/>
                </a:lnTo>
                <a:lnTo>
                  <a:pt x="333375" y="444500"/>
                </a:lnTo>
                <a:lnTo>
                  <a:pt x="333375" y="484187"/>
                </a:lnTo>
                <a:cubicBezTo>
                  <a:pt x="333375" y="497384"/>
                  <a:pt x="343991" y="508000"/>
                  <a:pt x="357188" y="508000"/>
                </a:cubicBezTo>
                <a:cubicBezTo>
                  <a:pt x="370384" y="508000"/>
                  <a:pt x="381000" y="497384"/>
                  <a:pt x="381000" y="484187"/>
                </a:cubicBezTo>
                <a:lnTo>
                  <a:pt x="381000" y="444500"/>
                </a:lnTo>
                <a:cubicBezTo>
                  <a:pt x="416024" y="444500"/>
                  <a:pt x="444500" y="416024"/>
                  <a:pt x="444500" y="381000"/>
                </a:cubicBezTo>
                <a:lnTo>
                  <a:pt x="484187" y="381000"/>
                </a:lnTo>
                <a:cubicBezTo>
                  <a:pt x="497384" y="381000"/>
                  <a:pt x="508000" y="370384"/>
                  <a:pt x="508000" y="357188"/>
                </a:cubicBezTo>
                <a:cubicBezTo>
                  <a:pt x="508000" y="343991"/>
                  <a:pt x="497384" y="333375"/>
                  <a:pt x="484187" y="333375"/>
                </a:cubicBezTo>
                <a:lnTo>
                  <a:pt x="444500" y="333375"/>
                </a:lnTo>
                <a:lnTo>
                  <a:pt x="444500" y="277813"/>
                </a:lnTo>
                <a:lnTo>
                  <a:pt x="484187" y="277813"/>
                </a:lnTo>
                <a:cubicBezTo>
                  <a:pt x="497384" y="277813"/>
                  <a:pt x="508000" y="267196"/>
                  <a:pt x="508000" y="254000"/>
                </a:cubicBezTo>
                <a:cubicBezTo>
                  <a:pt x="508000" y="240804"/>
                  <a:pt x="497384" y="230188"/>
                  <a:pt x="484187" y="230188"/>
                </a:cubicBezTo>
                <a:lnTo>
                  <a:pt x="444500" y="230188"/>
                </a:lnTo>
                <a:lnTo>
                  <a:pt x="444500" y="174625"/>
                </a:lnTo>
                <a:lnTo>
                  <a:pt x="484187" y="174625"/>
                </a:lnTo>
                <a:cubicBezTo>
                  <a:pt x="497384" y="174625"/>
                  <a:pt x="508000" y="164009"/>
                  <a:pt x="508000" y="150813"/>
                </a:cubicBezTo>
                <a:cubicBezTo>
                  <a:pt x="508000" y="137616"/>
                  <a:pt x="497384" y="127000"/>
                  <a:pt x="484187" y="127000"/>
                </a:cubicBezTo>
                <a:lnTo>
                  <a:pt x="444500" y="127000"/>
                </a:lnTo>
                <a:cubicBezTo>
                  <a:pt x="444500" y="91976"/>
                  <a:pt x="416024" y="63500"/>
                  <a:pt x="381000" y="63500"/>
                </a:cubicBezTo>
                <a:lnTo>
                  <a:pt x="381000" y="23812"/>
                </a:lnTo>
                <a:cubicBezTo>
                  <a:pt x="381000" y="10616"/>
                  <a:pt x="370384" y="0"/>
                  <a:pt x="357188" y="0"/>
                </a:cubicBezTo>
                <a:cubicBezTo>
                  <a:pt x="343991" y="0"/>
                  <a:pt x="333375" y="10616"/>
                  <a:pt x="333375" y="23812"/>
                </a:cubicBezTo>
                <a:lnTo>
                  <a:pt x="333375" y="63500"/>
                </a:lnTo>
                <a:lnTo>
                  <a:pt x="277813" y="63500"/>
                </a:lnTo>
                <a:lnTo>
                  <a:pt x="277813" y="23812"/>
                </a:lnTo>
                <a:cubicBezTo>
                  <a:pt x="277813" y="10616"/>
                  <a:pt x="267196" y="0"/>
                  <a:pt x="254000" y="0"/>
                </a:cubicBezTo>
                <a:cubicBezTo>
                  <a:pt x="240804" y="0"/>
                  <a:pt x="230188" y="10616"/>
                  <a:pt x="230188" y="23812"/>
                </a:cubicBezTo>
                <a:lnTo>
                  <a:pt x="230188" y="63500"/>
                </a:lnTo>
                <a:lnTo>
                  <a:pt x="174625" y="63500"/>
                </a:lnTo>
                <a:lnTo>
                  <a:pt x="174625" y="23812"/>
                </a:lnTo>
                <a:close/>
                <a:moveTo>
                  <a:pt x="158750" y="127000"/>
                </a:moveTo>
                <a:lnTo>
                  <a:pt x="349250" y="127000"/>
                </a:lnTo>
                <a:cubicBezTo>
                  <a:pt x="366812" y="127000"/>
                  <a:pt x="381000" y="141188"/>
                  <a:pt x="381000" y="158750"/>
                </a:cubicBezTo>
                <a:lnTo>
                  <a:pt x="381000" y="349250"/>
                </a:lnTo>
                <a:cubicBezTo>
                  <a:pt x="381000" y="366812"/>
                  <a:pt x="366812" y="381000"/>
                  <a:pt x="349250" y="381000"/>
                </a:cubicBezTo>
                <a:lnTo>
                  <a:pt x="158750" y="381000"/>
                </a:lnTo>
                <a:cubicBezTo>
                  <a:pt x="141188" y="381000"/>
                  <a:pt x="127000" y="366812"/>
                  <a:pt x="127000" y="349250"/>
                </a:cubicBezTo>
                <a:lnTo>
                  <a:pt x="127000" y="158750"/>
                </a:lnTo>
                <a:cubicBezTo>
                  <a:pt x="127000" y="141188"/>
                  <a:pt x="141188" y="127000"/>
                  <a:pt x="158750" y="127000"/>
                </a:cubicBezTo>
                <a:close/>
                <a:moveTo>
                  <a:pt x="174625" y="174625"/>
                </a:moveTo>
                <a:lnTo>
                  <a:pt x="174625" y="333375"/>
                </a:lnTo>
                <a:lnTo>
                  <a:pt x="333375" y="333375"/>
                </a:lnTo>
                <a:lnTo>
                  <a:pt x="333375" y="174625"/>
                </a:lnTo>
                <a:lnTo>
                  <a:pt x="174625" y="174625"/>
                </a:lnTo>
                <a:close/>
              </a:path>
            </a:pathLst>
          </a:custGeom>
          <a:solidFill>
            <a:srgbClr val="1B4F8F">
              <a:alpha val="12549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10795000" y="4953000"/>
            <a:ext cx="46990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7059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11112500" y="5207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200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4200" dirty="0"/>
          </a:p>
        </p:txBody>
      </p:sp>
      <p:sp>
        <p:nvSpPr>
          <p:cNvPr id="32" name="Text 29"/>
          <p:cNvSpPr/>
          <p:nvPr/>
        </p:nvSpPr>
        <p:spPr>
          <a:xfrm>
            <a:off x="11112500" y="5905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Your Action Plan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11112500" y="6350000"/>
            <a:ext cx="406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 success roadmap, completion tips, key takeaways, resources, and enrollment call-to-action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14732000" y="5207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317500"/>
                </a:moveTo>
                <a:lnTo>
                  <a:pt x="24309" y="317500"/>
                </a:lnTo>
                <a:cubicBezTo>
                  <a:pt x="-397" y="317500"/>
                  <a:pt x="-15577" y="290612"/>
                  <a:pt x="-2877" y="269379"/>
                </a:cubicBezTo>
                <a:lnTo>
                  <a:pt x="49609" y="181868"/>
                </a:lnTo>
                <a:cubicBezTo>
                  <a:pt x="58241" y="167481"/>
                  <a:pt x="73720" y="158750"/>
                  <a:pt x="90488" y="158750"/>
                </a:cubicBezTo>
                <a:lnTo>
                  <a:pt x="184745" y="158750"/>
                </a:lnTo>
                <a:cubicBezTo>
                  <a:pt x="260251" y="30857"/>
                  <a:pt x="372864" y="24408"/>
                  <a:pt x="448171" y="35421"/>
                </a:cubicBezTo>
                <a:cubicBezTo>
                  <a:pt x="460871" y="37306"/>
                  <a:pt x="470793" y="47228"/>
                  <a:pt x="472579" y="59829"/>
                </a:cubicBezTo>
                <a:cubicBezTo>
                  <a:pt x="483592" y="135136"/>
                  <a:pt x="477143" y="247749"/>
                  <a:pt x="349250" y="323255"/>
                </a:cubicBezTo>
                <a:lnTo>
                  <a:pt x="349250" y="417513"/>
                </a:lnTo>
                <a:cubicBezTo>
                  <a:pt x="349250" y="434280"/>
                  <a:pt x="340519" y="449759"/>
                  <a:pt x="326132" y="458391"/>
                </a:cubicBezTo>
                <a:lnTo>
                  <a:pt x="238621" y="510877"/>
                </a:lnTo>
                <a:cubicBezTo>
                  <a:pt x="217488" y="523577"/>
                  <a:pt x="190500" y="508298"/>
                  <a:pt x="190500" y="483691"/>
                </a:cubicBezTo>
                <a:lnTo>
                  <a:pt x="190500" y="381000"/>
                </a:lnTo>
                <a:cubicBezTo>
                  <a:pt x="190500" y="345976"/>
                  <a:pt x="162024" y="317500"/>
                  <a:pt x="127000" y="317500"/>
                </a:cubicBezTo>
                <a:lnTo>
                  <a:pt x="126901" y="317500"/>
                </a:lnTo>
                <a:close/>
                <a:moveTo>
                  <a:pt x="396875" y="158750"/>
                </a:moveTo>
                <a:cubicBezTo>
                  <a:pt x="396875" y="132465"/>
                  <a:pt x="375535" y="111125"/>
                  <a:pt x="349250" y="111125"/>
                </a:cubicBezTo>
                <a:cubicBezTo>
                  <a:pt x="322965" y="111125"/>
                  <a:pt x="301625" y="132465"/>
                  <a:pt x="301625" y="158750"/>
                </a:cubicBezTo>
                <a:cubicBezTo>
                  <a:pt x="301625" y="185035"/>
                  <a:pt x="322965" y="206375"/>
                  <a:pt x="349250" y="206375"/>
                </a:cubicBezTo>
                <a:cubicBezTo>
                  <a:pt x="375535" y="206375"/>
                  <a:pt x="396875" y="185035"/>
                  <a:pt x="396875" y="158750"/>
                </a:cubicBezTo>
                <a:close/>
              </a:path>
            </a:pathLst>
          </a:custGeom>
          <a:solidFill>
            <a:srgbClr val="1B4F8F">
              <a:alpha val="12549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NPTEL | IITs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/ 43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F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6502400" cy="9144000"/>
          </a:xfrm>
          <a:prstGeom prst="rect">
            <a:avLst/>
          </a:prstGeom>
          <a:solidFill>
            <a:srgbClr val="1B4F8F"/>
          </a:solidFill>
          <a:ln/>
        </p:spPr>
      </p:sp>
      <p:pic>
        <p:nvPicPr>
          <p:cNvPr id="4" name="Image 0" descr="https://kimi-img.moonshot.cn/pub/slides/okc/e32s5zdbnfdd4/mnt/agents/output/nptel-presentation/images/4_Student_says_IIT_s_secret_ingredi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02400" y="0"/>
            <a:ext cx="9753600" cy="9144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502400" y="0"/>
            <a:ext cx="9753600" cy="9144000"/>
          </a:xfrm>
          <a:prstGeom prst="rect">
            <a:avLst/>
          </a:prstGeom>
          <a:gradFill rotWithShape="1" flip="none">
            <a:gsLst>
              <a:gs pos="0">
                <a:srgbClr val="1B4F8F"/>
              </a:gs>
              <a:gs pos="30000">
                <a:srgbClr val="1B4F8F">
                  <a:alpha val="50000"/>
                </a:srgbClr>
              </a:gs>
              <a:gs pos="100000">
                <a:srgbClr val="1B4F8F">
                  <a:alpha val="6000"/>
                </a:srgbClr>
              </a:gs>
            </a:gsLst>
            <a:lin ang="0" scaled="1"/>
          </a:gradFill>
          <a:ln/>
        </p:spPr>
      </p:sp>
      <p:sp>
        <p:nvSpPr>
          <p:cNvPr id="6" name="Text 2"/>
          <p:cNvSpPr/>
          <p:nvPr/>
        </p:nvSpPr>
        <p:spPr>
          <a:xfrm>
            <a:off x="762000" y="2286000"/>
            <a:ext cx="508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2000" dirty="0"/>
          </a:p>
        </p:txBody>
      </p:sp>
      <p:sp>
        <p:nvSpPr>
          <p:cNvPr id="7" name="Shape 3"/>
          <p:cNvSpPr/>
          <p:nvPr/>
        </p:nvSpPr>
        <p:spPr>
          <a:xfrm>
            <a:off x="762000" y="4318000"/>
            <a:ext cx="762000" cy="635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8" name="Text 4"/>
          <p:cNvSpPr/>
          <p:nvPr/>
        </p:nvSpPr>
        <p:spPr>
          <a:xfrm>
            <a:off x="762000" y="4635500"/>
            <a:ext cx="533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NPTEL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762000" y="53975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India's largest online learning platform by IITs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508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NPTEL?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2000" y="1079500"/>
            <a:ext cx="762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2"/>
          <p:cNvSpPr/>
          <p:nvPr/>
        </p:nvSpPr>
        <p:spPr>
          <a:xfrm>
            <a:off x="762000" y="1460500"/>
            <a:ext cx="71120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275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79500" y="1651000"/>
            <a:ext cx="647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NATIONAL PROGRAMME ON TECHNOLOGY ENHANCED LEARNING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79500" y="2222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48377" y="11023"/>
                </a:moveTo>
                <a:cubicBezTo>
                  <a:pt x="143029" y="7967"/>
                  <a:pt x="136426" y="7967"/>
                  <a:pt x="131023" y="11023"/>
                </a:cubicBezTo>
                <a:lnTo>
                  <a:pt x="8786" y="80873"/>
                </a:lnTo>
                <a:cubicBezTo>
                  <a:pt x="1910" y="84802"/>
                  <a:pt x="-1473" y="92879"/>
                  <a:pt x="546" y="100519"/>
                </a:cubicBezTo>
                <a:cubicBezTo>
                  <a:pt x="2565" y="108158"/>
                  <a:pt x="9550" y="113506"/>
                  <a:pt x="17463" y="113506"/>
                </a:cubicBezTo>
                <a:lnTo>
                  <a:pt x="34925" y="113506"/>
                </a:lnTo>
                <a:lnTo>
                  <a:pt x="34925" y="227013"/>
                </a:lnTo>
                <a:lnTo>
                  <a:pt x="34925" y="227013"/>
                </a:lnTo>
                <a:lnTo>
                  <a:pt x="6985" y="247967"/>
                </a:lnTo>
                <a:cubicBezTo>
                  <a:pt x="2565" y="251242"/>
                  <a:pt x="0" y="256426"/>
                  <a:pt x="0" y="261938"/>
                </a:cubicBezTo>
                <a:cubicBezTo>
                  <a:pt x="0" y="271596"/>
                  <a:pt x="7804" y="279400"/>
                  <a:pt x="17463" y="279400"/>
                </a:cubicBezTo>
                <a:lnTo>
                  <a:pt x="261938" y="279400"/>
                </a:lnTo>
                <a:cubicBezTo>
                  <a:pt x="271596" y="279400"/>
                  <a:pt x="279400" y="271596"/>
                  <a:pt x="279400" y="261938"/>
                </a:cubicBezTo>
                <a:cubicBezTo>
                  <a:pt x="279400" y="256426"/>
                  <a:pt x="276835" y="251242"/>
                  <a:pt x="272415" y="247967"/>
                </a:cubicBezTo>
                <a:lnTo>
                  <a:pt x="244475" y="227013"/>
                </a:lnTo>
                <a:lnTo>
                  <a:pt x="244475" y="113506"/>
                </a:lnTo>
                <a:lnTo>
                  <a:pt x="261938" y="113506"/>
                </a:lnTo>
                <a:cubicBezTo>
                  <a:pt x="269850" y="113506"/>
                  <a:pt x="276781" y="108158"/>
                  <a:pt x="278800" y="100519"/>
                </a:cubicBezTo>
                <a:cubicBezTo>
                  <a:pt x="280819" y="92879"/>
                  <a:pt x="277435" y="84802"/>
                  <a:pt x="270560" y="80873"/>
                </a:cubicBezTo>
                <a:lnTo>
                  <a:pt x="148322" y="11023"/>
                </a:lnTo>
                <a:close/>
                <a:moveTo>
                  <a:pt x="218281" y="113506"/>
                </a:moveTo>
                <a:lnTo>
                  <a:pt x="218281" y="227013"/>
                </a:lnTo>
                <a:lnTo>
                  <a:pt x="183356" y="227013"/>
                </a:lnTo>
                <a:lnTo>
                  <a:pt x="183356" y="113506"/>
                </a:lnTo>
                <a:lnTo>
                  <a:pt x="218281" y="113506"/>
                </a:lnTo>
                <a:close/>
                <a:moveTo>
                  <a:pt x="157163" y="113506"/>
                </a:moveTo>
                <a:lnTo>
                  <a:pt x="157163" y="227013"/>
                </a:lnTo>
                <a:lnTo>
                  <a:pt x="122238" y="227013"/>
                </a:lnTo>
                <a:lnTo>
                  <a:pt x="122238" y="113506"/>
                </a:lnTo>
                <a:lnTo>
                  <a:pt x="157163" y="113506"/>
                </a:lnTo>
                <a:close/>
                <a:moveTo>
                  <a:pt x="96044" y="113506"/>
                </a:moveTo>
                <a:lnTo>
                  <a:pt x="96044" y="227013"/>
                </a:lnTo>
                <a:lnTo>
                  <a:pt x="61119" y="227013"/>
                </a:lnTo>
                <a:lnTo>
                  <a:pt x="61119" y="113506"/>
                </a:lnTo>
                <a:lnTo>
                  <a:pt x="96044" y="113506"/>
                </a:lnTo>
                <a:close/>
                <a:moveTo>
                  <a:pt x="139700" y="52388"/>
                </a:moveTo>
                <a:cubicBezTo>
                  <a:pt x="149338" y="52388"/>
                  <a:pt x="157163" y="60212"/>
                  <a:pt x="157163" y="69850"/>
                </a:cubicBezTo>
                <a:cubicBezTo>
                  <a:pt x="157163" y="79488"/>
                  <a:pt x="149338" y="87313"/>
                  <a:pt x="139700" y="87313"/>
                </a:cubicBezTo>
                <a:cubicBezTo>
                  <a:pt x="130062" y="87313"/>
                  <a:pt x="122238" y="79488"/>
                  <a:pt x="122238" y="69850"/>
                </a:cubicBezTo>
                <a:cubicBezTo>
                  <a:pt x="122238" y="60212"/>
                  <a:pt x="130062" y="52388"/>
                  <a:pt x="139700" y="52388"/>
                </a:cubicBez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8" name="Text 5"/>
          <p:cNvSpPr/>
          <p:nvPr/>
        </p:nvSpPr>
        <p:spPr>
          <a:xfrm>
            <a:off x="1498600" y="21844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Initiated by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 IITs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&amp;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IISc Bangalore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2003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1079500" y="2730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0259" y="2783"/>
                </a:moveTo>
                <a:cubicBezTo>
                  <a:pt x="135989" y="-928"/>
                  <a:pt x="143411" y="-928"/>
                  <a:pt x="149141" y="2783"/>
                </a:cubicBezTo>
                <a:lnTo>
                  <a:pt x="271378" y="81364"/>
                </a:lnTo>
                <a:cubicBezTo>
                  <a:pt x="277872" y="85566"/>
                  <a:pt x="280873" y="93534"/>
                  <a:pt x="278691" y="100955"/>
                </a:cubicBezTo>
                <a:cubicBezTo>
                  <a:pt x="276508" y="108377"/>
                  <a:pt x="269686" y="113506"/>
                  <a:pt x="261938" y="113506"/>
                </a:cubicBezTo>
                <a:lnTo>
                  <a:pt x="244475" y="113506"/>
                </a:lnTo>
                <a:lnTo>
                  <a:pt x="244475" y="227013"/>
                </a:lnTo>
                <a:lnTo>
                  <a:pt x="272415" y="247967"/>
                </a:lnTo>
                <a:cubicBezTo>
                  <a:pt x="276835" y="251242"/>
                  <a:pt x="279400" y="256426"/>
                  <a:pt x="279400" y="261938"/>
                </a:cubicBezTo>
                <a:cubicBezTo>
                  <a:pt x="279400" y="271596"/>
                  <a:pt x="271596" y="279400"/>
                  <a:pt x="261938" y="279400"/>
                </a:cubicBezTo>
                <a:lnTo>
                  <a:pt x="17463" y="279400"/>
                </a:lnTo>
                <a:cubicBezTo>
                  <a:pt x="7804" y="279400"/>
                  <a:pt x="0" y="271596"/>
                  <a:pt x="0" y="261938"/>
                </a:cubicBezTo>
                <a:cubicBezTo>
                  <a:pt x="0" y="256426"/>
                  <a:pt x="2565" y="251242"/>
                  <a:pt x="6985" y="247967"/>
                </a:cubicBezTo>
                <a:lnTo>
                  <a:pt x="34925" y="227013"/>
                </a:lnTo>
                <a:lnTo>
                  <a:pt x="34925" y="227013"/>
                </a:lnTo>
                <a:lnTo>
                  <a:pt x="34925" y="113506"/>
                </a:lnTo>
                <a:lnTo>
                  <a:pt x="17463" y="113506"/>
                </a:lnTo>
                <a:cubicBezTo>
                  <a:pt x="9714" y="113506"/>
                  <a:pt x="2892" y="108377"/>
                  <a:pt x="709" y="100955"/>
                </a:cubicBezTo>
                <a:cubicBezTo>
                  <a:pt x="-1473" y="93534"/>
                  <a:pt x="1528" y="85512"/>
                  <a:pt x="8022" y="81364"/>
                </a:cubicBezTo>
                <a:lnTo>
                  <a:pt x="130259" y="2783"/>
                </a:lnTo>
                <a:close/>
                <a:moveTo>
                  <a:pt x="183356" y="113506"/>
                </a:moveTo>
                <a:lnTo>
                  <a:pt x="183356" y="227013"/>
                </a:lnTo>
                <a:lnTo>
                  <a:pt x="218281" y="227013"/>
                </a:lnTo>
                <a:lnTo>
                  <a:pt x="218281" y="113506"/>
                </a:lnTo>
                <a:lnTo>
                  <a:pt x="183356" y="113506"/>
                </a:lnTo>
                <a:close/>
                <a:moveTo>
                  <a:pt x="122238" y="227013"/>
                </a:moveTo>
                <a:lnTo>
                  <a:pt x="157163" y="227013"/>
                </a:lnTo>
                <a:lnTo>
                  <a:pt x="157163" y="113506"/>
                </a:lnTo>
                <a:lnTo>
                  <a:pt x="122238" y="113506"/>
                </a:lnTo>
                <a:lnTo>
                  <a:pt x="122238" y="227013"/>
                </a:lnTo>
                <a:close/>
                <a:moveTo>
                  <a:pt x="61119" y="113506"/>
                </a:moveTo>
                <a:lnTo>
                  <a:pt x="61119" y="227013"/>
                </a:lnTo>
                <a:lnTo>
                  <a:pt x="96044" y="227013"/>
                </a:lnTo>
                <a:lnTo>
                  <a:pt x="96044" y="113506"/>
                </a:lnTo>
                <a:lnTo>
                  <a:pt x="61119" y="113506"/>
                </a:ln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0" name="Text 7"/>
          <p:cNvSpPr/>
          <p:nvPr/>
        </p:nvSpPr>
        <p:spPr>
          <a:xfrm>
            <a:off x="1498600" y="26924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Funded by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Ministry of Education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Govt. of India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079500" y="3238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44475" y="139700"/>
                </a:moveTo>
                <a:cubicBezTo>
                  <a:pt x="244475" y="81873"/>
                  <a:pt x="197527" y="34925"/>
                  <a:pt x="139700" y="34925"/>
                </a:cubicBezTo>
                <a:cubicBezTo>
                  <a:pt x="81873" y="34925"/>
                  <a:pt x="34925" y="81873"/>
                  <a:pt x="34925" y="139700"/>
                </a:cubicBezTo>
                <a:cubicBezTo>
                  <a:pt x="34925" y="197527"/>
                  <a:pt x="81873" y="244475"/>
                  <a:pt x="139700" y="244475"/>
                </a:cubicBezTo>
                <a:cubicBezTo>
                  <a:pt x="197527" y="244475"/>
                  <a:pt x="244475" y="197527"/>
                  <a:pt x="244475" y="139700"/>
                </a:cubicBezTo>
                <a:close/>
                <a:moveTo>
                  <a:pt x="0" y="139700"/>
                </a:moveTo>
                <a:cubicBezTo>
                  <a:pt x="0" y="62597"/>
                  <a:pt x="62597" y="0"/>
                  <a:pt x="139700" y="0"/>
                </a:cubicBezTo>
                <a:cubicBezTo>
                  <a:pt x="216803" y="0"/>
                  <a:pt x="279400" y="62597"/>
                  <a:pt x="279400" y="139700"/>
                </a:cubicBezTo>
                <a:cubicBezTo>
                  <a:pt x="279400" y="216803"/>
                  <a:pt x="216803" y="279400"/>
                  <a:pt x="139700" y="279400"/>
                </a:cubicBezTo>
                <a:cubicBezTo>
                  <a:pt x="62597" y="279400"/>
                  <a:pt x="0" y="216803"/>
                  <a:pt x="0" y="139700"/>
                </a:cubicBezTo>
                <a:close/>
                <a:moveTo>
                  <a:pt x="139700" y="183356"/>
                </a:moveTo>
                <a:cubicBezTo>
                  <a:pt x="163795" y="183356"/>
                  <a:pt x="183356" y="163795"/>
                  <a:pt x="183356" y="139700"/>
                </a:cubicBezTo>
                <a:cubicBezTo>
                  <a:pt x="183356" y="115605"/>
                  <a:pt x="163795" y="96044"/>
                  <a:pt x="139700" y="96044"/>
                </a:cubicBezTo>
                <a:cubicBezTo>
                  <a:pt x="115605" y="96044"/>
                  <a:pt x="96044" y="115605"/>
                  <a:pt x="96044" y="139700"/>
                </a:cubicBezTo>
                <a:cubicBezTo>
                  <a:pt x="96044" y="163795"/>
                  <a:pt x="115605" y="183356"/>
                  <a:pt x="139700" y="183356"/>
                </a:cubicBezTo>
                <a:close/>
                <a:moveTo>
                  <a:pt x="139700" y="61119"/>
                </a:moveTo>
                <a:cubicBezTo>
                  <a:pt x="183070" y="61119"/>
                  <a:pt x="218281" y="96330"/>
                  <a:pt x="218281" y="139700"/>
                </a:cubicBezTo>
                <a:cubicBezTo>
                  <a:pt x="218281" y="183070"/>
                  <a:pt x="183070" y="218281"/>
                  <a:pt x="139700" y="218281"/>
                </a:cubicBezTo>
                <a:cubicBezTo>
                  <a:pt x="96330" y="218281"/>
                  <a:pt x="61119" y="183070"/>
                  <a:pt x="61119" y="139700"/>
                </a:cubicBezTo>
                <a:cubicBezTo>
                  <a:pt x="61119" y="96330"/>
                  <a:pt x="96330" y="61119"/>
                  <a:pt x="139700" y="61119"/>
                </a:cubicBezTo>
                <a:close/>
                <a:moveTo>
                  <a:pt x="122238" y="139700"/>
                </a:moveTo>
                <a:cubicBezTo>
                  <a:pt x="122238" y="130062"/>
                  <a:pt x="130062" y="122238"/>
                  <a:pt x="139700" y="122238"/>
                </a:cubicBezTo>
                <a:cubicBezTo>
                  <a:pt x="149338" y="122238"/>
                  <a:pt x="157163" y="130062"/>
                  <a:pt x="157163" y="139700"/>
                </a:cubicBezTo>
                <a:cubicBezTo>
                  <a:pt x="157163" y="149338"/>
                  <a:pt x="149338" y="157163"/>
                  <a:pt x="139700" y="157163"/>
                </a:cubicBezTo>
                <a:cubicBezTo>
                  <a:pt x="130062" y="157163"/>
                  <a:pt x="122238" y="149338"/>
                  <a:pt x="122238" y="139700"/>
                </a:cubicBez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2" name="Text 9"/>
          <p:cNvSpPr/>
          <p:nvPr/>
        </p:nvSpPr>
        <p:spPr>
          <a:xfrm>
            <a:off x="1498600" y="32004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Mission: Quality engineering education for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student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1079500" y="3746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55880" y="52388"/>
                </a:moveTo>
                <a:cubicBezTo>
                  <a:pt x="55880" y="33124"/>
                  <a:pt x="68409" y="17463"/>
                  <a:pt x="83820" y="17463"/>
                </a:cubicBezTo>
                <a:lnTo>
                  <a:pt x="237490" y="17463"/>
                </a:lnTo>
                <a:cubicBezTo>
                  <a:pt x="252901" y="17463"/>
                  <a:pt x="265430" y="33124"/>
                  <a:pt x="265430" y="52388"/>
                </a:cubicBezTo>
                <a:lnTo>
                  <a:pt x="265430" y="183356"/>
                </a:lnTo>
                <a:lnTo>
                  <a:pt x="223520" y="183356"/>
                </a:lnTo>
                <a:lnTo>
                  <a:pt x="223520" y="174625"/>
                </a:lnTo>
                <a:cubicBezTo>
                  <a:pt x="223520" y="164966"/>
                  <a:pt x="217277" y="157163"/>
                  <a:pt x="209550" y="157163"/>
                </a:cubicBezTo>
                <a:lnTo>
                  <a:pt x="181610" y="157163"/>
                </a:lnTo>
                <a:cubicBezTo>
                  <a:pt x="173883" y="157163"/>
                  <a:pt x="167640" y="164966"/>
                  <a:pt x="167640" y="174625"/>
                </a:cubicBezTo>
                <a:lnTo>
                  <a:pt x="167640" y="183356"/>
                </a:lnTo>
                <a:lnTo>
                  <a:pt x="111280" y="183356"/>
                </a:lnTo>
                <a:cubicBezTo>
                  <a:pt x="116038" y="173097"/>
                  <a:pt x="118745" y="161146"/>
                  <a:pt x="118745" y="148431"/>
                </a:cubicBezTo>
                <a:cubicBezTo>
                  <a:pt x="118745" y="109850"/>
                  <a:pt x="93730" y="78581"/>
                  <a:pt x="62865" y="78581"/>
                </a:cubicBezTo>
                <a:cubicBezTo>
                  <a:pt x="60508" y="78581"/>
                  <a:pt x="58150" y="78745"/>
                  <a:pt x="55880" y="79127"/>
                </a:cubicBezTo>
                <a:lnTo>
                  <a:pt x="55880" y="52388"/>
                </a:lnTo>
                <a:close/>
                <a:moveTo>
                  <a:pt x="145375" y="244475"/>
                </a:moveTo>
                <a:cubicBezTo>
                  <a:pt x="143149" y="231269"/>
                  <a:pt x="138259" y="219318"/>
                  <a:pt x="131362" y="209550"/>
                </a:cubicBezTo>
                <a:lnTo>
                  <a:pt x="265430" y="209550"/>
                </a:lnTo>
                <a:cubicBezTo>
                  <a:pt x="265430" y="228813"/>
                  <a:pt x="252901" y="244475"/>
                  <a:pt x="237490" y="244475"/>
                </a:cubicBezTo>
                <a:lnTo>
                  <a:pt x="145375" y="244475"/>
                </a:lnTo>
                <a:close/>
                <a:moveTo>
                  <a:pt x="27940" y="148431"/>
                </a:moveTo>
                <a:cubicBezTo>
                  <a:pt x="27940" y="124337"/>
                  <a:pt x="43589" y="104775"/>
                  <a:pt x="62865" y="104775"/>
                </a:cubicBezTo>
                <a:cubicBezTo>
                  <a:pt x="82141" y="104775"/>
                  <a:pt x="97790" y="124337"/>
                  <a:pt x="97790" y="148431"/>
                </a:cubicBezTo>
                <a:cubicBezTo>
                  <a:pt x="97790" y="172526"/>
                  <a:pt x="82141" y="192088"/>
                  <a:pt x="62865" y="192088"/>
                </a:cubicBezTo>
                <a:cubicBezTo>
                  <a:pt x="43589" y="192088"/>
                  <a:pt x="27940" y="172526"/>
                  <a:pt x="27940" y="148431"/>
                </a:cubicBezTo>
                <a:close/>
                <a:moveTo>
                  <a:pt x="0" y="261938"/>
                </a:moveTo>
                <a:cubicBezTo>
                  <a:pt x="0" y="233015"/>
                  <a:pt x="18772" y="209550"/>
                  <a:pt x="41910" y="209550"/>
                </a:cubicBezTo>
                <a:lnTo>
                  <a:pt x="83820" y="209550"/>
                </a:lnTo>
                <a:cubicBezTo>
                  <a:pt x="106958" y="209550"/>
                  <a:pt x="125730" y="233015"/>
                  <a:pt x="125730" y="261938"/>
                </a:cubicBezTo>
                <a:cubicBezTo>
                  <a:pt x="125730" y="271596"/>
                  <a:pt x="119487" y="279400"/>
                  <a:pt x="111760" y="279400"/>
                </a:cubicBezTo>
                <a:lnTo>
                  <a:pt x="13970" y="279400"/>
                </a:lnTo>
                <a:cubicBezTo>
                  <a:pt x="6243" y="279400"/>
                  <a:pt x="0" y="271596"/>
                  <a:pt x="0" y="261938"/>
                </a:cubicBez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4" name="Text 11"/>
          <p:cNvSpPr/>
          <p:nvPr/>
        </p:nvSpPr>
        <p:spPr>
          <a:xfrm>
            <a:off x="1498600" y="37084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Courses taught by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IIT professors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online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079500" y="4254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92033" y="152797"/>
                </a:moveTo>
                <a:lnTo>
                  <a:pt x="87858" y="152797"/>
                </a:lnTo>
                <a:cubicBezTo>
                  <a:pt x="89441" y="187995"/>
                  <a:pt x="97244" y="220409"/>
                  <a:pt x="108322" y="244148"/>
                </a:cubicBezTo>
                <a:cubicBezTo>
                  <a:pt x="114543" y="257517"/>
                  <a:pt x="121255" y="266958"/>
                  <a:pt x="127476" y="272742"/>
                </a:cubicBezTo>
                <a:cubicBezTo>
                  <a:pt x="133588" y="278472"/>
                  <a:pt x="137790" y="279400"/>
                  <a:pt x="139973" y="279400"/>
                </a:cubicBezTo>
                <a:cubicBezTo>
                  <a:pt x="142156" y="279400"/>
                  <a:pt x="146358" y="278472"/>
                  <a:pt x="152469" y="272742"/>
                </a:cubicBezTo>
                <a:cubicBezTo>
                  <a:pt x="158690" y="266958"/>
                  <a:pt x="165403" y="257463"/>
                  <a:pt x="171624" y="244148"/>
                </a:cubicBezTo>
                <a:cubicBezTo>
                  <a:pt x="182701" y="220409"/>
                  <a:pt x="190505" y="187995"/>
                  <a:pt x="192087" y="152797"/>
                </a:cubicBezTo>
                <a:close/>
                <a:moveTo>
                  <a:pt x="87804" y="126603"/>
                </a:moveTo>
                <a:lnTo>
                  <a:pt x="191978" y="126603"/>
                </a:lnTo>
                <a:cubicBezTo>
                  <a:pt x="190450" y="91405"/>
                  <a:pt x="182647" y="58991"/>
                  <a:pt x="171569" y="35252"/>
                </a:cubicBezTo>
                <a:cubicBezTo>
                  <a:pt x="165348" y="21937"/>
                  <a:pt x="158636" y="12442"/>
                  <a:pt x="152415" y="6658"/>
                </a:cubicBezTo>
                <a:cubicBezTo>
                  <a:pt x="146303" y="928"/>
                  <a:pt x="142101" y="0"/>
                  <a:pt x="139918" y="0"/>
                </a:cubicBezTo>
                <a:cubicBezTo>
                  <a:pt x="137735" y="0"/>
                  <a:pt x="133534" y="928"/>
                  <a:pt x="127422" y="6658"/>
                </a:cubicBezTo>
                <a:cubicBezTo>
                  <a:pt x="121201" y="12442"/>
                  <a:pt x="114489" y="21937"/>
                  <a:pt x="108267" y="35252"/>
                </a:cubicBezTo>
                <a:cubicBezTo>
                  <a:pt x="97190" y="58991"/>
                  <a:pt x="89386" y="91405"/>
                  <a:pt x="87804" y="126603"/>
                </a:cubicBezTo>
                <a:close/>
                <a:moveTo>
                  <a:pt x="61610" y="126603"/>
                </a:moveTo>
                <a:cubicBezTo>
                  <a:pt x="63520" y="79891"/>
                  <a:pt x="75580" y="36508"/>
                  <a:pt x="93206" y="8022"/>
                </a:cubicBezTo>
                <a:cubicBezTo>
                  <a:pt x="42947" y="25812"/>
                  <a:pt x="5948" y="71596"/>
                  <a:pt x="819" y="126603"/>
                </a:cubicBezTo>
                <a:lnTo>
                  <a:pt x="61610" y="126603"/>
                </a:lnTo>
                <a:close/>
                <a:moveTo>
                  <a:pt x="819" y="152797"/>
                </a:moveTo>
                <a:cubicBezTo>
                  <a:pt x="5948" y="207804"/>
                  <a:pt x="42947" y="253588"/>
                  <a:pt x="93206" y="271378"/>
                </a:cubicBezTo>
                <a:cubicBezTo>
                  <a:pt x="75580" y="242892"/>
                  <a:pt x="63520" y="199509"/>
                  <a:pt x="61610" y="152797"/>
                </a:cubicBezTo>
                <a:lnTo>
                  <a:pt x="819" y="152797"/>
                </a:lnTo>
                <a:close/>
                <a:moveTo>
                  <a:pt x="218227" y="152797"/>
                </a:moveTo>
                <a:cubicBezTo>
                  <a:pt x="216317" y="199509"/>
                  <a:pt x="204257" y="242892"/>
                  <a:pt x="186630" y="271378"/>
                </a:cubicBezTo>
                <a:cubicBezTo>
                  <a:pt x="236890" y="253534"/>
                  <a:pt x="273888" y="207804"/>
                  <a:pt x="279018" y="152797"/>
                </a:cubicBezTo>
                <a:lnTo>
                  <a:pt x="218227" y="152797"/>
                </a:lnTo>
                <a:close/>
                <a:moveTo>
                  <a:pt x="279018" y="126603"/>
                </a:moveTo>
                <a:cubicBezTo>
                  <a:pt x="273888" y="71596"/>
                  <a:pt x="236890" y="25812"/>
                  <a:pt x="186630" y="8022"/>
                </a:cubicBezTo>
                <a:cubicBezTo>
                  <a:pt x="204257" y="36508"/>
                  <a:pt x="216317" y="79891"/>
                  <a:pt x="218227" y="126603"/>
                </a:cubicBezTo>
                <a:lnTo>
                  <a:pt x="279018" y="126603"/>
                </a:ln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6" name="Text 13"/>
          <p:cNvSpPr/>
          <p:nvPr/>
        </p:nvSpPr>
        <p:spPr>
          <a:xfrm>
            <a:off x="1498600" y="42164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Completely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free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enroll and learn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255000" y="1460500"/>
            <a:ext cx="7239000" cy="3556000"/>
          </a:xfrm>
          <a:prstGeom prst="roundRect">
            <a:avLst>
              <a:gd name="adj" fmla="val 8000"/>
            </a:avLst>
          </a:prstGeom>
          <a:solidFill>
            <a:srgbClr val="1B4F8F"/>
          </a:solidFill>
          <a:ln/>
          <a:effectLst>
            <a:outerShdw sx="100000" sy="100000" kx="0" ky="0" algn="bl" rotWithShape="0" blurRad="127000" dist="38100" dir="5400000">
              <a:srgbClr val="000000">
                <a:alpha val="8235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636000" y="1778000"/>
            <a:ext cx="647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 IITs + IISc Bangalore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636000" y="2349500"/>
            <a:ext cx="3048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IIT Bombay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IIT Delhi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IIT Kanpur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IIT Kharagpur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938000" y="2349500"/>
            <a:ext cx="3048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IIT Madras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IIT Guwahati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IIT Roorkee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 algn="l">
              <a:lnSpc>
                <a:spcPct val="18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IISc Bangalore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62000" y="5461000"/>
            <a:ext cx="14732000" cy="1270000"/>
          </a:xfrm>
          <a:prstGeom prst="roundRect">
            <a:avLst>
              <a:gd name="adj" fmla="val 8000"/>
            </a:avLst>
          </a:prstGeom>
          <a:solidFill>
            <a:srgbClr val="E87722">
              <a:alpha val="8235"/>
            </a:srgbClr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143000" y="5778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87482" y="381000"/>
                </a:moveTo>
                <a:cubicBezTo>
                  <a:pt x="397140" y="358874"/>
                  <a:pt x="416454" y="338832"/>
                  <a:pt x="438282" y="321568"/>
                </a:cubicBezTo>
                <a:cubicBezTo>
                  <a:pt x="481542" y="287437"/>
                  <a:pt x="508000" y="241300"/>
                  <a:pt x="508000" y="190500"/>
                </a:cubicBezTo>
                <a:cubicBezTo>
                  <a:pt x="508000" y="85328"/>
                  <a:pt x="394229" y="0"/>
                  <a:pt x="254000" y="0"/>
                </a:cubicBezTo>
                <a:cubicBezTo>
                  <a:pt x="113771" y="0"/>
                  <a:pt x="0" y="85328"/>
                  <a:pt x="0" y="190500"/>
                </a:cubicBezTo>
                <a:cubicBezTo>
                  <a:pt x="0" y="241300"/>
                  <a:pt x="26458" y="287437"/>
                  <a:pt x="69718" y="321568"/>
                </a:cubicBezTo>
                <a:cubicBezTo>
                  <a:pt x="91546" y="338832"/>
                  <a:pt x="110993" y="358874"/>
                  <a:pt x="120518" y="381000"/>
                </a:cubicBezTo>
                <a:lnTo>
                  <a:pt x="387350" y="381000"/>
                </a:lnTo>
                <a:close/>
                <a:moveTo>
                  <a:pt x="381000" y="428625"/>
                </a:moveTo>
                <a:lnTo>
                  <a:pt x="127000" y="428625"/>
                </a:lnTo>
                <a:lnTo>
                  <a:pt x="127000" y="444500"/>
                </a:lnTo>
                <a:cubicBezTo>
                  <a:pt x="127000" y="488355"/>
                  <a:pt x="174360" y="523875"/>
                  <a:pt x="232833" y="523875"/>
                </a:cubicBezTo>
                <a:lnTo>
                  <a:pt x="275167" y="523875"/>
                </a:lnTo>
                <a:cubicBezTo>
                  <a:pt x="333640" y="523875"/>
                  <a:pt x="381000" y="488355"/>
                  <a:pt x="381000" y="444500"/>
                </a:cubicBezTo>
                <a:lnTo>
                  <a:pt x="381000" y="428625"/>
                </a:lnTo>
                <a:close/>
                <a:moveTo>
                  <a:pt x="243417" y="111125"/>
                </a:moveTo>
                <a:cubicBezTo>
                  <a:pt x="190765" y="111125"/>
                  <a:pt x="148167" y="143073"/>
                  <a:pt x="148167" y="182563"/>
                </a:cubicBezTo>
                <a:cubicBezTo>
                  <a:pt x="148167" y="195759"/>
                  <a:pt x="134011" y="206375"/>
                  <a:pt x="116417" y="206375"/>
                </a:cubicBezTo>
                <a:cubicBezTo>
                  <a:pt x="98822" y="206375"/>
                  <a:pt x="84667" y="195759"/>
                  <a:pt x="84667" y="182563"/>
                </a:cubicBezTo>
                <a:cubicBezTo>
                  <a:pt x="84667" y="116780"/>
                  <a:pt x="155707" y="63500"/>
                  <a:pt x="243417" y="63500"/>
                </a:cubicBezTo>
                <a:cubicBezTo>
                  <a:pt x="261011" y="63500"/>
                  <a:pt x="275167" y="74116"/>
                  <a:pt x="275167" y="87313"/>
                </a:cubicBezTo>
                <a:cubicBezTo>
                  <a:pt x="275167" y="100509"/>
                  <a:pt x="261011" y="111125"/>
                  <a:pt x="243417" y="111125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23" name="Text 20"/>
          <p:cNvSpPr/>
          <p:nvPr/>
        </p:nvSpPr>
        <p:spPr>
          <a:xfrm>
            <a:off x="1841500" y="5651500"/>
            <a:ext cx="1320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 algn="l"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NPTEL brings the classroom of India's premier institutes to every engineering student — regardless of which college you study in.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NPTEL | IITs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/ 43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IITs Created NPTEL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2000" y="1079500"/>
            <a:ext cx="762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2"/>
          <p:cNvSpPr/>
          <p:nvPr/>
        </p:nvSpPr>
        <p:spPr>
          <a:xfrm>
            <a:off x="762000" y="1460500"/>
            <a:ext cx="3429000" cy="177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275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16000" y="1587500"/>
            <a:ext cx="2921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en-US" sz="4400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15L+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016000" y="23495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Engineering students graduate annually in India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08500" y="1460500"/>
            <a:ext cx="3429000" cy="177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275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762500" y="1587500"/>
            <a:ext cx="2921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en-US" sz="4400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13,000+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4762500" y="23495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seats across all IITs combined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255000" y="1460500"/>
            <a:ext cx="3429000" cy="177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275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509000" y="1587500"/>
            <a:ext cx="2921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en-US" sz="4400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&lt;1%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8509000" y="2349500"/>
            <a:ext cx="292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Students get direct IIT admission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2001500" y="1460500"/>
            <a:ext cx="3492500" cy="1778000"/>
          </a:xfrm>
          <a:prstGeom prst="roundRect">
            <a:avLst>
              <a:gd name="adj" fmla="val 8000"/>
            </a:avLst>
          </a:prstGeom>
          <a:solidFill>
            <a:srgbClr val="1B4F8F"/>
          </a:solidFill>
          <a:ln/>
          <a:effectLst>
            <a:outerShdw sx="100000" sy="100000" kx="0" ky="0" algn="bl" rotWithShape="0" blurRad="127000" dist="38100" dir="5400000">
              <a:srgbClr val="000000">
                <a:alpha val="8235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12255500" y="1587500"/>
            <a:ext cx="29845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4400" dirty="0"/>
          </a:p>
        </p:txBody>
      </p:sp>
      <p:sp>
        <p:nvSpPr>
          <p:cNvPr id="16" name="Text 13"/>
          <p:cNvSpPr/>
          <p:nvPr/>
        </p:nvSpPr>
        <p:spPr>
          <a:xfrm>
            <a:off x="12255500" y="2349500"/>
            <a:ext cx="298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access NPTEL — free for everyone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62000" y="3619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Objectives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762000" y="4191000"/>
            <a:ext cx="4699000" cy="10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016000" y="444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93914" y="57150"/>
                </a:moveTo>
                <a:lnTo>
                  <a:pt x="359229" y="57150"/>
                </a:lnTo>
                <a:lnTo>
                  <a:pt x="359229" y="428625"/>
                </a:lnTo>
                <a:cubicBezTo>
                  <a:pt x="359229" y="444431"/>
                  <a:pt x="373822" y="457200"/>
                  <a:pt x="391886" y="457200"/>
                </a:cubicBezTo>
                <a:lnTo>
                  <a:pt x="424543" y="457200"/>
                </a:lnTo>
                <a:cubicBezTo>
                  <a:pt x="442606" y="457200"/>
                  <a:pt x="457200" y="444431"/>
                  <a:pt x="457200" y="428625"/>
                </a:cubicBezTo>
                <a:cubicBezTo>
                  <a:pt x="457200" y="412819"/>
                  <a:pt x="442606" y="400050"/>
                  <a:pt x="424543" y="400050"/>
                </a:cubicBezTo>
                <a:lnTo>
                  <a:pt x="424543" y="57150"/>
                </a:lnTo>
                <a:cubicBezTo>
                  <a:pt x="424543" y="25628"/>
                  <a:pt x="395253" y="0"/>
                  <a:pt x="359229" y="0"/>
                </a:cubicBezTo>
                <a:lnTo>
                  <a:pt x="261257" y="0"/>
                </a:lnTo>
                <a:lnTo>
                  <a:pt x="261257" y="0"/>
                </a:lnTo>
                <a:lnTo>
                  <a:pt x="97971" y="0"/>
                </a:lnTo>
                <a:cubicBezTo>
                  <a:pt x="61947" y="0"/>
                  <a:pt x="32657" y="25628"/>
                  <a:pt x="32657" y="57150"/>
                </a:cubicBezTo>
                <a:lnTo>
                  <a:pt x="32657" y="400050"/>
                </a:lnTo>
                <a:cubicBezTo>
                  <a:pt x="14594" y="400050"/>
                  <a:pt x="0" y="412819"/>
                  <a:pt x="0" y="428625"/>
                </a:cubicBezTo>
                <a:cubicBezTo>
                  <a:pt x="0" y="444431"/>
                  <a:pt x="14594" y="457200"/>
                  <a:pt x="32657" y="457200"/>
                </a:cubicBezTo>
                <a:lnTo>
                  <a:pt x="261257" y="457200"/>
                </a:lnTo>
                <a:cubicBezTo>
                  <a:pt x="279321" y="457200"/>
                  <a:pt x="293914" y="444431"/>
                  <a:pt x="293914" y="428625"/>
                </a:cubicBezTo>
                <a:lnTo>
                  <a:pt x="293914" y="57150"/>
                </a:lnTo>
                <a:close/>
                <a:moveTo>
                  <a:pt x="163286" y="228600"/>
                </a:moveTo>
                <a:cubicBezTo>
                  <a:pt x="163286" y="212829"/>
                  <a:pt x="177919" y="200025"/>
                  <a:pt x="195943" y="200025"/>
                </a:cubicBezTo>
                <a:cubicBezTo>
                  <a:pt x="213967" y="200025"/>
                  <a:pt x="228600" y="212829"/>
                  <a:pt x="228600" y="228600"/>
                </a:cubicBezTo>
                <a:cubicBezTo>
                  <a:pt x="228600" y="244371"/>
                  <a:pt x="213967" y="257175"/>
                  <a:pt x="195943" y="257175"/>
                </a:cubicBezTo>
                <a:cubicBezTo>
                  <a:pt x="177919" y="257175"/>
                  <a:pt x="163286" y="244371"/>
                  <a:pt x="163286" y="228600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20" name="Text 17"/>
          <p:cNvSpPr/>
          <p:nvPr/>
        </p:nvSpPr>
        <p:spPr>
          <a:xfrm>
            <a:off x="1625600" y="4318000"/>
            <a:ext cx="3619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Bridge demand-supply gap in quality engineering education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778500" y="4191000"/>
            <a:ext cx="4699000" cy="10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032500" y="444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221456"/>
                </a:moveTo>
                <a:cubicBezTo>
                  <a:pt x="161010" y="221456"/>
                  <a:pt x="106136" y="173441"/>
                  <a:pt x="106136" y="114300"/>
                </a:cubicBezTo>
                <a:cubicBezTo>
                  <a:pt x="106136" y="55159"/>
                  <a:pt x="161010" y="7144"/>
                  <a:pt x="228600" y="7144"/>
                </a:cubicBezTo>
                <a:cubicBezTo>
                  <a:pt x="296190" y="7144"/>
                  <a:pt x="351064" y="55159"/>
                  <a:pt x="351064" y="114300"/>
                </a:cubicBezTo>
                <a:cubicBezTo>
                  <a:pt x="351064" y="173441"/>
                  <a:pt x="296190" y="221456"/>
                  <a:pt x="228600" y="221456"/>
                </a:cubicBezTo>
                <a:close/>
                <a:moveTo>
                  <a:pt x="197474" y="271463"/>
                </a:moveTo>
                <a:lnTo>
                  <a:pt x="259726" y="271463"/>
                </a:lnTo>
                <a:cubicBezTo>
                  <a:pt x="269626" y="271463"/>
                  <a:pt x="277586" y="278428"/>
                  <a:pt x="277586" y="287089"/>
                </a:cubicBezTo>
                <a:cubicBezTo>
                  <a:pt x="277586" y="290840"/>
                  <a:pt x="276055" y="294412"/>
                  <a:pt x="273299" y="297269"/>
                </a:cubicBezTo>
                <a:lnTo>
                  <a:pt x="245337" y="325844"/>
                </a:lnTo>
                <a:lnTo>
                  <a:pt x="276973" y="428625"/>
                </a:lnTo>
                <a:lnTo>
                  <a:pt x="277586" y="428625"/>
                </a:lnTo>
                <a:lnTo>
                  <a:pt x="312896" y="304949"/>
                </a:lnTo>
                <a:cubicBezTo>
                  <a:pt x="315141" y="297180"/>
                  <a:pt x="324224" y="292447"/>
                  <a:pt x="332797" y="295305"/>
                </a:cubicBezTo>
                <a:cubicBezTo>
                  <a:pt x="395968" y="316379"/>
                  <a:pt x="440871" y="369957"/>
                  <a:pt x="440871" y="432643"/>
                </a:cubicBezTo>
                <a:cubicBezTo>
                  <a:pt x="440871" y="446127"/>
                  <a:pt x="428319" y="457111"/>
                  <a:pt x="412909" y="457111"/>
                </a:cubicBezTo>
                <a:lnTo>
                  <a:pt x="44291" y="457200"/>
                </a:lnTo>
                <a:cubicBezTo>
                  <a:pt x="28881" y="457200"/>
                  <a:pt x="16329" y="446216"/>
                  <a:pt x="16329" y="432733"/>
                </a:cubicBezTo>
                <a:cubicBezTo>
                  <a:pt x="16329" y="370046"/>
                  <a:pt x="61232" y="316468"/>
                  <a:pt x="124403" y="295394"/>
                </a:cubicBezTo>
                <a:cubicBezTo>
                  <a:pt x="132976" y="292537"/>
                  <a:pt x="142059" y="297269"/>
                  <a:pt x="144304" y="305038"/>
                </a:cubicBezTo>
                <a:lnTo>
                  <a:pt x="179614" y="428714"/>
                </a:lnTo>
                <a:lnTo>
                  <a:pt x="180227" y="428714"/>
                </a:lnTo>
                <a:lnTo>
                  <a:pt x="211863" y="325934"/>
                </a:lnTo>
                <a:lnTo>
                  <a:pt x="183901" y="297359"/>
                </a:lnTo>
                <a:cubicBezTo>
                  <a:pt x="181145" y="294501"/>
                  <a:pt x="179614" y="290929"/>
                  <a:pt x="179614" y="287179"/>
                </a:cubicBezTo>
                <a:cubicBezTo>
                  <a:pt x="179614" y="278517"/>
                  <a:pt x="187574" y="271552"/>
                  <a:pt x="197474" y="271552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23" name="Text 20"/>
          <p:cNvSpPr/>
          <p:nvPr/>
        </p:nvSpPr>
        <p:spPr>
          <a:xfrm>
            <a:off x="6642100" y="4318000"/>
            <a:ext cx="3619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 access to world-class IIT faculty lectures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10795000" y="4191000"/>
            <a:ext cx="4699000" cy="10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11049000" y="444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575" y="28575"/>
                </a:moveTo>
                <a:cubicBezTo>
                  <a:pt x="12769" y="28575"/>
                  <a:pt x="0" y="41344"/>
                  <a:pt x="0" y="57150"/>
                </a:cubicBezTo>
                <a:lnTo>
                  <a:pt x="0" y="385763"/>
                </a:lnTo>
                <a:cubicBezTo>
                  <a:pt x="0" y="409426"/>
                  <a:pt x="19199" y="428625"/>
                  <a:pt x="42863" y="428625"/>
                </a:cubicBezTo>
                <a:lnTo>
                  <a:pt x="414338" y="428625"/>
                </a:lnTo>
                <a:cubicBezTo>
                  <a:pt x="438001" y="428625"/>
                  <a:pt x="457200" y="409426"/>
                  <a:pt x="457200" y="385763"/>
                </a:cubicBezTo>
                <a:lnTo>
                  <a:pt x="457200" y="135910"/>
                </a:lnTo>
                <a:cubicBezTo>
                  <a:pt x="457200" y="119658"/>
                  <a:pt x="439876" y="109389"/>
                  <a:pt x="425589" y="117068"/>
                </a:cubicBezTo>
                <a:lnTo>
                  <a:pt x="285750" y="192345"/>
                </a:lnTo>
                <a:lnTo>
                  <a:pt x="285750" y="135910"/>
                </a:lnTo>
                <a:cubicBezTo>
                  <a:pt x="285750" y="119658"/>
                  <a:pt x="268426" y="109389"/>
                  <a:pt x="254139" y="117068"/>
                </a:cubicBezTo>
                <a:lnTo>
                  <a:pt x="114300" y="192345"/>
                </a:lnTo>
                <a:lnTo>
                  <a:pt x="114300" y="57150"/>
                </a:lnTo>
                <a:cubicBezTo>
                  <a:pt x="114300" y="41344"/>
                  <a:pt x="101531" y="28575"/>
                  <a:pt x="85725" y="28575"/>
                </a:cubicBezTo>
                <a:lnTo>
                  <a:pt x="28575" y="28575"/>
                </a:ln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26" name="Text 23"/>
          <p:cNvSpPr/>
          <p:nvPr/>
        </p:nvSpPr>
        <p:spPr>
          <a:xfrm>
            <a:off x="11658600" y="4318000"/>
            <a:ext cx="3619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Bridge the industry-academia gap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62000" y="5461000"/>
            <a:ext cx="4699000" cy="10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1016000" y="571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126176"/>
                </a:moveTo>
                <a:lnTo>
                  <a:pt x="228600" y="402372"/>
                </a:lnTo>
                <a:lnTo>
                  <a:pt x="229046" y="402193"/>
                </a:lnTo>
                <a:cubicBezTo>
                  <a:pt x="277803" y="381923"/>
                  <a:pt x="330131" y="371475"/>
                  <a:pt x="382905" y="371475"/>
                </a:cubicBezTo>
                <a:lnTo>
                  <a:pt x="400050" y="371475"/>
                </a:lnTo>
                <a:lnTo>
                  <a:pt x="400050" y="85725"/>
                </a:lnTo>
                <a:lnTo>
                  <a:pt x="382905" y="85725"/>
                </a:lnTo>
                <a:cubicBezTo>
                  <a:pt x="345222" y="85725"/>
                  <a:pt x="307806" y="93226"/>
                  <a:pt x="272981" y="107692"/>
                </a:cubicBezTo>
                <a:cubicBezTo>
                  <a:pt x="257979" y="113943"/>
                  <a:pt x="243155" y="120104"/>
                  <a:pt x="228600" y="126176"/>
                </a:cubicBezTo>
                <a:close/>
                <a:moveTo>
                  <a:pt x="206186" y="54918"/>
                </a:moveTo>
                <a:lnTo>
                  <a:pt x="228600" y="64294"/>
                </a:lnTo>
                <a:lnTo>
                  <a:pt x="251014" y="54918"/>
                </a:lnTo>
                <a:cubicBezTo>
                  <a:pt x="292804" y="37505"/>
                  <a:pt x="337631" y="28575"/>
                  <a:pt x="382905" y="28575"/>
                </a:cubicBezTo>
                <a:lnTo>
                  <a:pt x="414338" y="28575"/>
                </a:lnTo>
                <a:cubicBezTo>
                  <a:pt x="438001" y="28575"/>
                  <a:pt x="457200" y="47774"/>
                  <a:pt x="457200" y="71438"/>
                </a:cubicBezTo>
                <a:lnTo>
                  <a:pt x="457200" y="385763"/>
                </a:lnTo>
                <a:cubicBezTo>
                  <a:pt x="457200" y="409426"/>
                  <a:pt x="438001" y="428625"/>
                  <a:pt x="414338" y="428625"/>
                </a:cubicBezTo>
                <a:lnTo>
                  <a:pt x="382905" y="428625"/>
                </a:lnTo>
                <a:cubicBezTo>
                  <a:pt x="337631" y="428625"/>
                  <a:pt x="292804" y="437555"/>
                  <a:pt x="251014" y="454968"/>
                </a:cubicBezTo>
                <a:lnTo>
                  <a:pt x="239584" y="459700"/>
                </a:lnTo>
                <a:cubicBezTo>
                  <a:pt x="232529" y="462647"/>
                  <a:pt x="224671" y="462647"/>
                  <a:pt x="217616" y="459700"/>
                </a:cubicBezTo>
                <a:lnTo>
                  <a:pt x="206186" y="454968"/>
                </a:lnTo>
                <a:cubicBezTo>
                  <a:pt x="164396" y="437555"/>
                  <a:pt x="119569" y="428625"/>
                  <a:pt x="74295" y="428625"/>
                </a:cubicBezTo>
                <a:lnTo>
                  <a:pt x="42863" y="428625"/>
                </a:lnTo>
                <a:cubicBezTo>
                  <a:pt x="19199" y="428625"/>
                  <a:pt x="0" y="409426"/>
                  <a:pt x="0" y="385763"/>
                </a:cubicBezTo>
                <a:lnTo>
                  <a:pt x="0" y="71438"/>
                </a:lnTo>
                <a:cubicBezTo>
                  <a:pt x="0" y="47774"/>
                  <a:pt x="19199" y="28575"/>
                  <a:pt x="42863" y="28575"/>
                </a:cubicBezTo>
                <a:lnTo>
                  <a:pt x="74295" y="28575"/>
                </a:lnTo>
                <a:cubicBezTo>
                  <a:pt x="119569" y="28575"/>
                  <a:pt x="164396" y="37505"/>
                  <a:pt x="206186" y="54918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29" name="Text 26"/>
          <p:cNvSpPr/>
          <p:nvPr/>
        </p:nvSpPr>
        <p:spPr>
          <a:xfrm>
            <a:off x="1625600" y="5588000"/>
            <a:ext cx="3619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Supplement college curriculum with specialized topics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5778500" y="5461000"/>
            <a:ext cx="4699000" cy="10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032500" y="571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ubicBezTo>
                  <a:pt x="0" y="102432"/>
                  <a:pt x="102432" y="0"/>
                  <a:pt x="228600" y="0"/>
                </a:cubicBezTo>
                <a:close/>
                <a:moveTo>
                  <a:pt x="207169" y="107156"/>
                </a:moveTo>
                <a:lnTo>
                  <a:pt x="207169" y="228600"/>
                </a:lnTo>
                <a:cubicBezTo>
                  <a:pt x="207169" y="235744"/>
                  <a:pt x="210741" y="242441"/>
                  <a:pt x="216724" y="246459"/>
                </a:cubicBezTo>
                <a:lnTo>
                  <a:pt x="302449" y="303609"/>
                </a:lnTo>
                <a:cubicBezTo>
                  <a:pt x="312271" y="310217"/>
                  <a:pt x="325576" y="307538"/>
                  <a:pt x="332184" y="297626"/>
                </a:cubicBezTo>
                <a:cubicBezTo>
                  <a:pt x="338792" y="287715"/>
                  <a:pt x="336113" y="274499"/>
                  <a:pt x="326201" y="267891"/>
                </a:cubicBezTo>
                <a:lnTo>
                  <a:pt x="250031" y="217170"/>
                </a:lnTo>
                <a:lnTo>
                  <a:pt x="250031" y="107156"/>
                </a:lnTo>
                <a:cubicBezTo>
                  <a:pt x="250031" y="95280"/>
                  <a:pt x="240476" y="85725"/>
                  <a:pt x="228600" y="85725"/>
                </a:cubicBezTo>
                <a:cubicBezTo>
                  <a:pt x="216724" y="85725"/>
                  <a:pt x="207169" y="95280"/>
                  <a:pt x="207169" y="107156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32" name="Text 29"/>
          <p:cNvSpPr/>
          <p:nvPr/>
        </p:nvSpPr>
        <p:spPr>
          <a:xfrm>
            <a:off x="6642100" y="5588000"/>
            <a:ext cx="3619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 self-paced learning for all students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NPTEL | IITs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/ 43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508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NPTEL Ecosystem Overview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2000" y="1079500"/>
            <a:ext cx="762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2"/>
          <p:cNvSpPr/>
          <p:nvPr/>
        </p:nvSpPr>
        <p:spPr>
          <a:xfrm>
            <a:off x="6223000" y="3302000"/>
            <a:ext cx="3810000" cy="1524000"/>
          </a:xfrm>
          <a:prstGeom prst="roundRect">
            <a:avLst>
              <a:gd name="adj" fmla="val 12000"/>
            </a:avLst>
          </a:prstGeom>
          <a:solidFill>
            <a:srgbClr val="1B4F8F"/>
          </a:solidFill>
          <a:ln/>
          <a:effectLst>
            <a:outerShdw sx="100000" sy="100000" kx="0" ky="0" algn="bl" rotWithShape="0" blurRad="190500" dist="63500" dir="5400000">
              <a:srgbClr val="1b4f8f">
                <a:alpha val="25098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13500" y="3492500"/>
            <a:ext cx="3429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NPTEL Platform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413500" y="4064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nptel.ac.in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62000" y="1524000"/>
            <a:ext cx="3556000" cy="203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275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16000" y="177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91886" y="457200"/>
                </a:moveTo>
                <a:lnTo>
                  <a:pt x="97971" y="457200"/>
                </a:lnTo>
                <a:cubicBezTo>
                  <a:pt x="43883" y="457200"/>
                  <a:pt x="0" y="418802"/>
                  <a:pt x="0" y="371475"/>
                </a:cubicBezTo>
                <a:lnTo>
                  <a:pt x="0" y="85725"/>
                </a:lnTo>
                <a:cubicBezTo>
                  <a:pt x="0" y="38398"/>
                  <a:pt x="43883" y="0"/>
                  <a:pt x="97971" y="0"/>
                </a:cubicBezTo>
                <a:lnTo>
                  <a:pt x="408214" y="0"/>
                </a:lnTo>
                <a:cubicBezTo>
                  <a:pt x="435258" y="0"/>
                  <a:pt x="457200" y="19199"/>
                  <a:pt x="457200" y="42863"/>
                </a:cubicBezTo>
                <a:lnTo>
                  <a:pt x="457200" y="300038"/>
                </a:lnTo>
                <a:cubicBezTo>
                  <a:pt x="457200" y="318701"/>
                  <a:pt x="443525" y="334595"/>
                  <a:pt x="424543" y="340489"/>
                </a:cubicBezTo>
                <a:lnTo>
                  <a:pt x="424543" y="400050"/>
                </a:lnTo>
                <a:cubicBezTo>
                  <a:pt x="442606" y="400050"/>
                  <a:pt x="457200" y="412819"/>
                  <a:pt x="457200" y="428625"/>
                </a:cubicBezTo>
                <a:cubicBezTo>
                  <a:pt x="457200" y="444431"/>
                  <a:pt x="442606" y="457200"/>
                  <a:pt x="424543" y="457200"/>
                </a:cubicBezTo>
                <a:lnTo>
                  <a:pt x="391886" y="457200"/>
                </a:lnTo>
                <a:close/>
                <a:moveTo>
                  <a:pt x="97971" y="342900"/>
                </a:moveTo>
                <a:cubicBezTo>
                  <a:pt x="79908" y="342900"/>
                  <a:pt x="65314" y="355669"/>
                  <a:pt x="65314" y="371475"/>
                </a:cubicBezTo>
                <a:cubicBezTo>
                  <a:pt x="65314" y="387281"/>
                  <a:pt x="79908" y="400050"/>
                  <a:pt x="97971" y="400050"/>
                </a:cubicBezTo>
                <a:lnTo>
                  <a:pt x="359229" y="400050"/>
                </a:lnTo>
                <a:lnTo>
                  <a:pt x="359229" y="342900"/>
                </a:lnTo>
                <a:lnTo>
                  <a:pt x="97971" y="342900"/>
                </a:lnTo>
                <a:close/>
                <a:moveTo>
                  <a:pt x="130629" y="135731"/>
                </a:moveTo>
                <a:cubicBezTo>
                  <a:pt x="130629" y="147608"/>
                  <a:pt x="141548" y="157163"/>
                  <a:pt x="155121" y="157163"/>
                </a:cubicBezTo>
                <a:lnTo>
                  <a:pt x="334736" y="157163"/>
                </a:lnTo>
                <a:cubicBezTo>
                  <a:pt x="348309" y="157163"/>
                  <a:pt x="359229" y="147608"/>
                  <a:pt x="359229" y="135731"/>
                </a:cubicBezTo>
                <a:cubicBezTo>
                  <a:pt x="359229" y="123855"/>
                  <a:pt x="348309" y="114300"/>
                  <a:pt x="334736" y="114300"/>
                </a:cubicBezTo>
                <a:lnTo>
                  <a:pt x="155121" y="114300"/>
                </a:lnTo>
                <a:cubicBezTo>
                  <a:pt x="141548" y="114300"/>
                  <a:pt x="130629" y="123855"/>
                  <a:pt x="130629" y="135731"/>
                </a:cubicBezTo>
                <a:close/>
                <a:moveTo>
                  <a:pt x="155121" y="200025"/>
                </a:moveTo>
                <a:cubicBezTo>
                  <a:pt x="141548" y="200025"/>
                  <a:pt x="130629" y="209580"/>
                  <a:pt x="130629" y="221456"/>
                </a:cubicBezTo>
                <a:cubicBezTo>
                  <a:pt x="130629" y="233333"/>
                  <a:pt x="141548" y="242888"/>
                  <a:pt x="155121" y="242888"/>
                </a:cubicBezTo>
                <a:lnTo>
                  <a:pt x="334736" y="242888"/>
                </a:lnTo>
                <a:cubicBezTo>
                  <a:pt x="348309" y="242888"/>
                  <a:pt x="359229" y="233333"/>
                  <a:pt x="359229" y="221456"/>
                </a:cubicBezTo>
                <a:cubicBezTo>
                  <a:pt x="359229" y="209580"/>
                  <a:pt x="348309" y="200025"/>
                  <a:pt x="334736" y="200025"/>
                </a:cubicBezTo>
                <a:lnTo>
                  <a:pt x="155121" y="200025"/>
                </a:ln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0" name="Text 7"/>
          <p:cNvSpPr/>
          <p:nvPr/>
        </p:nvSpPr>
        <p:spPr>
          <a:xfrm>
            <a:off x="1587500" y="1778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6,000+ Courses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16000" y="2349500"/>
            <a:ext cx="304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Across 70+ disciplines taught by 2,500+ IIT/IISc faculty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1938000" y="1524000"/>
            <a:ext cx="3556000" cy="203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275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2192000" y="177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91440" y="28575"/>
                </a:moveTo>
                <a:cubicBezTo>
                  <a:pt x="66223" y="28575"/>
                  <a:pt x="45720" y="54203"/>
                  <a:pt x="45720" y="85725"/>
                </a:cubicBezTo>
                <a:lnTo>
                  <a:pt x="45720" y="300038"/>
                </a:lnTo>
                <a:lnTo>
                  <a:pt x="91440" y="300038"/>
                </a:lnTo>
                <a:lnTo>
                  <a:pt x="91440" y="85725"/>
                </a:lnTo>
                <a:lnTo>
                  <a:pt x="365760" y="85725"/>
                </a:lnTo>
                <a:lnTo>
                  <a:pt x="365760" y="300038"/>
                </a:lnTo>
                <a:lnTo>
                  <a:pt x="411480" y="300038"/>
                </a:lnTo>
                <a:lnTo>
                  <a:pt x="411480" y="85725"/>
                </a:lnTo>
                <a:cubicBezTo>
                  <a:pt x="411480" y="54203"/>
                  <a:pt x="390977" y="28575"/>
                  <a:pt x="365760" y="28575"/>
                </a:cubicBezTo>
                <a:lnTo>
                  <a:pt x="91440" y="28575"/>
                </a:lnTo>
                <a:close/>
                <a:moveTo>
                  <a:pt x="13716" y="342900"/>
                </a:moveTo>
                <a:cubicBezTo>
                  <a:pt x="6144" y="342900"/>
                  <a:pt x="0" y="350580"/>
                  <a:pt x="0" y="360045"/>
                </a:cubicBezTo>
                <a:cubicBezTo>
                  <a:pt x="0" y="397907"/>
                  <a:pt x="24575" y="428625"/>
                  <a:pt x="54864" y="428625"/>
                </a:cubicBezTo>
                <a:lnTo>
                  <a:pt x="402336" y="428625"/>
                </a:lnTo>
                <a:cubicBezTo>
                  <a:pt x="432625" y="428625"/>
                  <a:pt x="457200" y="397907"/>
                  <a:pt x="457200" y="360045"/>
                </a:cubicBezTo>
                <a:cubicBezTo>
                  <a:pt x="457200" y="350580"/>
                  <a:pt x="451056" y="342900"/>
                  <a:pt x="443484" y="342900"/>
                </a:cubicBezTo>
                <a:lnTo>
                  <a:pt x="13716" y="342900"/>
                </a:ln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4" name="Text 11"/>
          <p:cNvSpPr/>
          <p:nvPr/>
        </p:nvSpPr>
        <p:spPr>
          <a:xfrm>
            <a:off x="12763500" y="1778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SWAYAM Portal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192000" y="2349500"/>
            <a:ext cx="304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Government's official MOOC platform for academic credit transfer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62000" y="5334000"/>
            <a:ext cx="3556000" cy="203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275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1016000" y="558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42798" y="18038"/>
                </a:moveTo>
                <a:cubicBezTo>
                  <a:pt x="234047" y="13037"/>
                  <a:pt x="223242" y="13037"/>
                  <a:pt x="214402" y="18038"/>
                </a:cubicBezTo>
                <a:lnTo>
                  <a:pt x="14377" y="132338"/>
                </a:lnTo>
                <a:cubicBezTo>
                  <a:pt x="3125" y="138767"/>
                  <a:pt x="-2411" y="151983"/>
                  <a:pt x="893" y="164485"/>
                </a:cubicBezTo>
                <a:cubicBezTo>
                  <a:pt x="4197" y="176986"/>
                  <a:pt x="15627" y="185738"/>
                  <a:pt x="28575" y="185738"/>
                </a:cubicBezTo>
                <a:lnTo>
                  <a:pt x="57150" y="185738"/>
                </a:lnTo>
                <a:lnTo>
                  <a:pt x="57150" y="371475"/>
                </a:lnTo>
                <a:lnTo>
                  <a:pt x="57150" y="371475"/>
                </a:lnTo>
                <a:lnTo>
                  <a:pt x="11430" y="405765"/>
                </a:lnTo>
                <a:cubicBezTo>
                  <a:pt x="4197" y="411123"/>
                  <a:pt x="0" y="419606"/>
                  <a:pt x="0" y="428625"/>
                </a:cubicBezTo>
                <a:cubicBezTo>
                  <a:pt x="0" y="444431"/>
                  <a:pt x="12769" y="457200"/>
                  <a:pt x="28575" y="457200"/>
                </a:cubicBezTo>
                <a:lnTo>
                  <a:pt x="428625" y="457200"/>
                </a:lnTo>
                <a:cubicBezTo>
                  <a:pt x="444431" y="457200"/>
                  <a:pt x="457200" y="444431"/>
                  <a:pt x="457200" y="428625"/>
                </a:cubicBezTo>
                <a:cubicBezTo>
                  <a:pt x="457200" y="419606"/>
                  <a:pt x="453003" y="411123"/>
                  <a:pt x="445770" y="405765"/>
                </a:cubicBezTo>
                <a:lnTo>
                  <a:pt x="400050" y="371475"/>
                </a:lnTo>
                <a:lnTo>
                  <a:pt x="400050" y="185738"/>
                </a:lnTo>
                <a:lnTo>
                  <a:pt x="428625" y="185738"/>
                </a:lnTo>
                <a:cubicBezTo>
                  <a:pt x="441573" y="185738"/>
                  <a:pt x="452914" y="176986"/>
                  <a:pt x="456218" y="164485"/>
                </a:cubicBezTo>
                <a:cubicBezTo>
                  <a:pt x="459522" y="151983"/>
                  <a:pt x="453985" y="138767"/>
                  <a:pt x="442734" y="132338"/>
                </a:cubicBezTo>
                <a:lnTo>
                  <a:pt x="242709" y="18038"/>
                </a:lnTo>
                <a:close/>
                <a:moveTo>
                  <a:pt x="357188" y="185738"/>
                </a:moveTo>
                <a:lnTo>
                  <a:pt x="357188" y="371475"/>
                </a:lnTo>
                <a:lnTo>
                  <a:pt x="300038" y="371475"/>
                </a:lnTo>
                <a:lnTo>
                  <a:pt x="300038" y="185738"/>
                </a:lnTo>
                <a:lnTo>
                  <a:pt x="357188" y="185738"/>
                </a:lnTo>
                <a:close/>
                <a:moveTo>
                  <a:pt x="257175" y="185738"/>
                </a:moveTo>
                <a:lnTo>
                  <a:pt x="257175" y="371475"/>
                </a:lnTo>
                <a:lnTo>
                  <a:pt x="200025" y="371475"/>
                </a:lnTo>
                <a:lnTo>
                  <a:pt x="200025" y="185738"/>
                </a:lnTo>
                <a:lnTo>
                  <a:pt x="257175" y="185738"/>
                </a:lnTo>
                <a:close/>
                <a:moveTo>
                  <a:pt x="157163" y="185738"/>
                </a:moveTo>
                <a:lnTo>
                  <a:pt x="157163" y="371475"/>
                </a:lnTo>
                <a:lnTo>
                  <a:pt x="100013" y="371475"/>
                </a:lnTo>
                <a:lnTo>
                  <a:pt x="100013" y="185738"/>
                </a:lnTo>
                <a:lnTo>
                  <a:pt x="157163" y="185738"/>
                </a:lnTo>
                <a:close/>
                <a:moveTo>
                  <a:pt x="228600" y="85725"/>
                </a:moveTo>
                <a:cubicBezTo>
                  <a:pt x="244371" y="85725"/>
                  <a:pt x="257175" y="98529"/>
                  <a:pt x="257175" y="114300"/>
                </a:cubicBezTo>
                <a:cubicBezTo>
                  <a:pt x="257175" y="130071"/>
                  <a:pt x="244371" y="142875"/>
                  <a:pt x="228600" y="142875"/>
                </a:cubicBezTo>
                <a:cubicBezTo>
                  <a:pt x="212829" y="142875"/>
                  <a:pt x="200025" y="130071"/>
                  <a:pt x="200025" y="114300"/>
                </a:cubicBezTo>
                <a:cubicBezTo>
                  <a:pt x="200025" y="98529"/>
                  <a:pt x="212829" y="85725"/>
                  <a:pt x="228600" y="85725"/>
                </a:cubicBez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8" name="Text 15"/>
          <p:cNvSpPr/>
          <p:nvPr/>
        </p:nvSpPr>
        <p:spPr>
          <a:xfrm>
            <a:off x="1587500" y="5588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ABC System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016000" y="6159500"/>
            <a:ext cx="304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Academic Bank of Credits for digital credit storage and transfer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11938000" y="5334000"/>
            <a:ext cx="3556000" cy="203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275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2192000" y="558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171450"/>
                </a:moveTo>
                <a:cubicBezTo>
                  <a:pt x="0" y="139928"/>
                  <a:pt x="22781" y="114300"/>
                  <a:pt x="50800" y="114300"/>
                </a:cubicBezTo>
                <a:lnTo>
                  <a:pt x="101600" y="114300"/>
                </a:lnTo>
                <a:lnTo>
                  <a:pt x="203121" y="11519"/>
                </a:lnTo>
                <a:cubicBezTo>
                  <a:pt x="217646" y="-3125"/>
                  <a:pt x="239633" y="-3125"/>
                  <a:pt x="254079" y="11519"/>
                </a:cubicBezTo>
                <a:lnTo>
                  <a:pt x="355600" y="114300"/>
                </a:lnTo>
                <a:lnTo>
                  <a:pt x="406400" y="114300"/>
                </a:lnTo>
                <a:cubicBezTo>
                  <a:pt x="434419" y="114300"/>
                  <a:pt x="457200" y="139928"/>
                  <a:pt x="457200" y="171450"/>
                </a:cubicBezTo>
                <a:lnTo>
                  <a:pt x="457200" y="400050"/>
                </a:lnTo>
                <a:cubicBezTo>
                  <a:pt x="457200" y="431572"/>
                  <a:pt x="434419" y="457200"/>
                  <a:pt x="406400" y="457200"/>
                </a:cubicBezTo>
                <a:lnTo>
                  <a:pt x="50800" y="457200"/>
                </a:lnTo>
                <a:cubicBezTo>
                  <a:pt x="22781" y="457200"/>
                  <a:pt x="0" y="431572"/>
                  <a:pt x="0" y="400050"/>
                </a:cubicBezTo>
                <a:lnTo>
                  <a:pt x="0" y="171450"/>
                </a:lnTo>
                <a:close/>
                <a:moveTo>
                  <a:pt x="177800" y="335756"/>
                </a:moveTo>
                <a:lnTo>
                  <a:pt x="177800" y="414338"/>
                </a:lnTo>
                <a:lnTo>
                  <a:pt x="279400" y="414338"/>
                </a:lnTo>
                <a:lnTo>
                  <a:pt x="279400" y="335756"/>
                </a:lnTo>
                <a:cubicBezTo>
                  <a:pt x="279400" y="316022"/>
                  <a:pt x="265192" y="300038"/>
                  <a:pt x="247650" y="300038"/>
                </a:cubicBezTo>
                <a:lnTo>
                  <a:pt x="209550" y="300038"/>
                </a:lnTo>
                <a:cubicBezTo>
                  <a:pt x="192008" y="300038"/>
                  <a:pt x="177800" y="316022"/>
                  <a:pt x="177800" y="335756"/>
                </a:cubicBezTo>
                <a:close/>
                <a:moveTo>
                  <a:pt x="88900" y="342900"/>
                </a:moveTo>
                <a:cubicBezTo>
                  <a:pt x="95885" y="342900"/>
                  <a:pt x="101600" y="336471"/>
                  <a:pt x="101600" y="328613"/>
                </a:cubicBezTo>
                <a:lnTo>
                  <a:pt x="101600" y="300038"/>
                </a:lnTo>
                <a:cubicBezTo>
                  <a:pt x="101600" y="292179"/>
                  <a:pt x="95885" y="285750"/>
                  <a:pt x="88900" y="285750"/>
                </a:cubicBezTo>
                <a:lnTo>
                  <a:pt x="63500" y="285750"/>
                </a:lnTo>
                <a:cubicBezTo>
                  <a:pt x="56515" y="285750"/>
                  <a:pt x="50800" y="292179"/>
                  <a:pt x="50800" y="300038"/>
                </a:cubicBezTo>
                <a:lnTo>
                  <a:pt x="50800" y="328613"/>
                </a:lnTo>
                <a:cubicBezTo>
                  <a:pt x="50800" y="336471"/>
                  <a:pt x="56515" y="342900"/>
                  <a:pt x="63500" y="342900"/>
                </a:cubicBezTo>
                <a:lnTo>
                  <a:pt x="88900" y="342900"/>
                </a:lnTo>
                <a:close/>
                <a:moveTo>
                  <a:pt x="101600" y="214313"/>
                </a:moveTo>
                <a:lnTo>
                  <a:pt x="101600" y="185738"/>
                </a:lnTo>
                <a:cubicBezTo>
                  <a:pt x="101600" y="177879"/>
                  <a:pt x="95885" y="171450"/>
                  <a:pt x="88900" y="171450"/>
                </a:cubicBezTo>
                <a:lnTo>
                  <a:pt x="63500" y="171450"/>
                </a:lnTo>
                <a:cubicBezTo>
                  <a:pt x="56515" y="171450"/>
                  <a:pt x="50800" y="177879"/>
                  <a:pt x="50800" y="185738"/>
                </a:cubicBezTo>
                <a:lnTo>
                  <a:pt x="50800" y="214313"/>
                </a:lnTo>
                <a:cubicBezTo>
                  <a:pt x="50800" y="222171"/>
                  <a:pt x="56515" y="228600"/>
                  <a:pt x="63500" y="228600"/>
                </a:cubicBezTo>
                <a:lnTo>
                  <a:pt x="88900" y="228600"/>
                </a:lnTo>
                <a:cubicBezTo>
                  <a:pt x="95885" y="228600"/>
                  <a:pt x="101600" y="222171"/>
                  <a:pt x="101600" y="214313"/>
                </a:cubicBezTo>
                <a:close/>
                <a:moveTo>
                  <a:pt x="393700" y="342900"/>
                </a:moveTo>
                <a:cubicBezTo>
                  <a:pt x="400685" y="342900"/>
                  <a:pt x="406400" y="336471"/>
                  <a:pt x="406400" y="328613"/>
                </a:cubicBezTo>
                <a:lnTo>
                  <a:pt x="406400" y="300038"/>
                </a:lnTo>
                <a:cubicBezTo>
                  <a:pt x="406400" y="292179"/>
                  <a:pt x="400685" y="285750"/>
                  <a:pt x="393700" y="285750"/>
                </a:cubicBezTo>
                <a:lnTo>
                  <a:pt x="368300" y="285750"/>
                </a:lnTo>
                <a:cubicBezTo>
                  <a:pt x="361315" y="285750"/>
                  <a:pt x="355600" y="292179"/>
                  <a:pt x="355600" y="300038"/>
                </a:cubicBezTo>
                <a:lnTo>
                  <a:pt x="355600" y="328613"/>
                </a:lnTo>
                <a:cubicBezTo>
                  <a:pt x="355600" y="336471"/>
                  <a:pt x="361315" y="342900"/>
                  <a:pt x="368300" y="342900"/>
                </a:cubicBezTo>
                <a:lnTo>
                  <a:pt x="393700" y="342900"/>
                </a:lnTo>
                <a:close/>
                <a:moveTo>
                  <a:pt x="406400" y="214313"/>
                </a:moveTo>
                <a:lnTo>
                  <a:pt x="406400" y="185738"/>
                </a:lnTo>
                <a:cubicBezTo>
                  <a:pt x="406400" y="177879"/>
                  <a:pt x="400685" y="171450"/>
                  <a:pt x="393700" y="171450"/>
                </a:cubicBezTo>
                <a:lnTo>
                  <a:pt x="368300" y="171450"/>
                </a:lnTo>
                <a:cubicBezTo>
                  <a:pt x="361315" y="171450"/>
                  <a:pt x="355600" y="177879"/>
                  <a:pt x="355600" y="185738"/>
                </a:cubicBezTo>
                <a:lnTo>
                  <a:pt x="355600" y="214313"/>
                </a:lnTo>
                <a:cubicBezTo>
                  <a:pt x="355600" y="222171"/>
                  <a:pt x="361315" y="228600"/>
                  <a:pt x="368300" y="228600"/>
                </a:cubicBezTo>
                <a:lnTo>
                  <a:pt x="393700" y="228600"/>
                </a:lnTo>
                <a:cubicBezTo>
                  <a:pt x="400685" y="228600"/>
                  <a:pt x="406400" y="222171"/>
                  <a:pt x="406400" y="214313"/>
                </a:cubicBezTo>
                <a:close/>
                <a:moveTo>
                  <a:pt x="228600" y="228600"/>
                </a:moveTo>
                <a:cubicBezTo>
                  <a:pt x="256637" y="228600"/>
                  <a:pt x="279400" y="202992"/>
                  <a:pt x="279400" y="171450"/>
                </a:cubicBezTo>
                <a:cubicBezTo>
                  <a:pt x="279400" y="139908"/>
                  <a:pt x="256637" y="114300"/>
                  <a:pt x="228600" y="114300"/>
                </a:cubicBezTo>
                <a:cubicBezTo>
                  <a:pt x="200563" y="114300"/>
                  <a:pt x="177800" y="139908"/>
                  <a:pt x="177800" y="171450"/>
                </a:cubicBezTo>
                <a:cubicBezTo>
                  <a:pt x="177800" y="202992"/>
                  <a:pt x="200563" y="228600"/>
                  <a:pt x="228600" y="228600"/>
                </a:cubicBez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22" name="Text 19"/>
          <p:cNvSpPr/>
          <p:nvPr/>
        </p:nvSpPr>
        <p:spPr>
          <a:xfrm>
            <a:off x="12763500" y="5588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5,500+ Chapters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2192000" y="6159500"/>
            <a:ext cx="304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chapters across India in colleges and universities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4318000" y="2540000"/>
            <a:ext cx="1905000" cy="127000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dash"/>
            <a:headEnd type="none"/>
            <a:tailEnd type="arrow"/>
          </a:ln>
        </p:spPr>
      </p:sp>
      <p:sp>
        <p:nvSpPr>
          <p:cNvPr id="25" name="Shape 22"/>
          <p:cNvSpPr/>
          <p:nvPr/>
        </p:nvSpPr>
        <p:spPr>
          <a:xfrm flipH="1">
            <a:off x="10033000" y="2540000"/>
            <a:ext cx="1905000" cy="127000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dash"/>
            <a:headEnd type="arrow"/>
            <a:tailEnd type="none"/>
          </a:ln>
        </p:spPr>
      </p:sp>
      <p:sp>
        <p:nvSpPr>
          <p:cNvPr id="26" name="Shape 23"/>
          <p:cNvSpPr/>
          <p:nvPr/>
        </p:nvSpPr>
        <p:spPr>
          <a:xfrm flipV="1">
            <a:off x="4318000" y="5080000"/>
            <a:ext cx="1905000" cy="63500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dash"/>
            <a:headEnd type="arrow"/>
            <a:tailEnd type="none"/>
          </a:ln>
        </p:spPr>
      </p:sp>
      <p:sp>
        <p:nvSpPr>
          <p:cNvPr id="27" name="Shape 24"/>
          <p:cNvSpPr/>
          <p:nvPr/>
        </p:nvSpPr>
        <p:spPr>
          <a:xfrm flipH="1" flipV="1">
            <a:off x="10033000" y="5080000"/>
            <a:ext cx="1905000" cy="63500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dash"/>
            <a:headEnd type="none"/>
            <a:tailEnd type="arrow"/>
          </a:ln>
        </p:spPr>
      </p:sp>
      <p:sp>
        <p:nvSpPr>
          <p:cNvPr id="28" name="Text 25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NPTEL | IITs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/ 43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508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NPTEL by the Numbers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2000" y="1079500"/>
            <a:ext cx="762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2"/>
          <p:cNvSpPr/>
          <p:nvPr/>
        </p:nvSpPr>
        <p:spPr>
          <a:xfrm>
            <a:off x="762000" y="1460500"/>
            <a:ext cx="4699000" cy="1841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275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79500" y="1714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112157"/>
                </a:moveTo>
                <a:lnTo>
                  <a:pt x="203200" y="357664"/>
                </a:lnTo>
                <a:lnTo>
                  <a:pt x="203597" y="357505"/>
                </a:lnTo>
                <a:cubicBezTo>
                  <a:pt x="246936" y="339487"/>
                  <a:pt x="293449" y="330200"/>
                  <a:pt x="340360" y="330200"/>
                </a:cubicBezTo>
                <a:lnTo>
                  <a:pt x="355600" y="330200"/>
                </a:lnTo>
                <a:lnTo>
                  <a:pt x="355600" y="76200"/>
                </a:lnTo>
                <a:lnTo>
                  <a:pt x="340360" y="76200"/>
                </a:lnTo>
                <a:cubicBezTo>
                  <a:pt x="306864" y="76200"/>
                  <a:pt x="273606" y="82868"/>
                  <a:pt x="242649" y="95726"/>
                </a:cubicBezTo>
                <a:cubicBezTo>
                  <a:pt x="229314" y="101283"/>
                  <a:pt x="216138" y="106759"/>
                  <a:pt x="203200" y="112157"/>
                </a:cubicBezTo>
                <a:close/>
                <a:moveTo>
                  <a:pt x="183277" y="48816"/>
                </a:moveTo>
                <a:lnTo>
                  <a:pt x="203200" y="57150"/>
                </a:lnTo>
                <a:lnTo>
                  <a:pt x="223123" y="48816"/>
                </a:lnTo>
                <a:cubicBezTo>
                  <a:pt x="260271" y="33338"/>
                  <a:pt x="300117" y="25400"/>
                  <a:pt x="340360" y="25400"/>
                </a:cubicBezTo>
                <a:lnTo>
                  <a:pt x="368300" y="25400"/>
                </a:lnTo>
                <a:cubicBezTo>
                  <a:pt x="389334" y="25400"/>
                  <a:pt x="406400" y="42466"/>
                  <a:pt x="406400" y="63500"/>
                </a:cubicBezTo>
                <a:lnTo>
                  <a:pt x="406400" y="342900"/>
                </a:lnTo>
                <a:cubicBezTo>
                  <a:pt x="406400" y="363934"/>
                  <a:pt x="389334" y="381000"/>
                  <a:pt x="368300" y="381000"/>
                </a:cubicBezTo>
                <a:lnTo>
                  <a:pt x="340360" y="381000"/>
                </a:lnTo>
                <a:cubicBezTo>
                  <a:pt x="300117" y="381000"/>
                  <a:pt x="260271" y="388938"/>
                  <a:pt x="223123" y="404416"/>
                </a:cubicBezTo>
                <a:lnTo>
                  <a:pt x="212963" y="408622"/>
                </a:lnTo>
                <a:cubicBezTo>
                  <a:pt x="206693" y="411242"/>
                  <a:pt x="199708" y="411242"/>
                  <a:pt x="193437" y="408622"/>
                </a:cubicBezTo>
                <a:lnTo>
                  <a:pt x="183277" y="404416"/>
                </a:lnTo>
                <a:cubicBezTo>
                  <a:pt x="146129" y="388938"/>
                  <a:pt x="106283" y="381000"/>
                  <a:pt x="66040" y="381000"/>
                </a:cubicBezTo>
                <a:lnTo>
                  <a:pt x="38100" y="381000"/>
                </a:lnTo>
                <a:cubicBezTo>
                  <a:pt x="17066" y="381000"/>
                  <a:pt x="0" y="363934"/>
                  <a:pt x="0" y="342900"/>
                </a:cubicBezTo>
                <a:lnTo>
                  <a:pt x="0" y="63500"/>
                </a:lnTo>
                <a:cubicBezTo>
                  <a:pt x="0" y="42466"/>
                  <a:pt x="17066" y="25400"/>
                  <a:pt x="38100" y="25400"/>
                </a:cubicBezTo>
                <a:lnTo>
                  <a:pt x="66040" y="25400"/>
                </a:lnTo>
                <a:cubicBezTo>
                  <a:pt x="106283" y="25400"/>
                  <a:pt x="146129" y="33338"/>
                  <a:pt x="183277" y="48816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7" name="Text 4"/>
          <p:cNvSpPr/>
          <p:nvPr/>
        </p:nvSpPr>
        <p:spPr>
          <a:xfrm>
            <a:off x="1651000" y="1587500"/>
            <a:ext cx="355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4000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6,000+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1651000" y="2260600"/>
            <a:ext cx="355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Courses offered across all disciplines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778500" y="1460500"/>
            <a:ext cx="4699000" cy="1841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275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096000" y="1714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81280" y="76200"/>
                </a:moveTo>
                <a:cubicBezTo>
                  <a:pt x="81280" y="48181"/>
                  <a:pt x="99505" y="25400"/>
                  <a:pt x="121920" y="25400"/>
                </a:cubicBezTo>
                <a:lnTo>
                  <a:pt x="345440" y="25400"/>
                </a:lnTo>
                <a:cubicBezTo>
                  <a:pt x="367856" y="25400"/>
                  <a:pt x="386080" y="48181"/>
                  <a:pt x="386080" y="76200"/>
                </a:cubicBezTo>
                <a:lnTo>
                  <a:pt x="386080" y="266700"/>
                </a:lnTo>
                <a:lnTo>
                  <a:pt x="325120" y="266700"/>
                </a:lnTo>
                <a:lnTo>
                  <a:pt x="325120" y="254000"/>
                </a:lnTo>
                <a:cubicBezTo>
                  <a:pt x="325120" y="239951"/>
                  <a:pt x="316040" y="228600"/>
                  <a:pt x="304800" y="228600"/>
                </a:cubicBezTo>
                <a:lnTo>
                  <a:pt x="264160" y="228600"/>
                </a:lnTo>
                <a:cubicBezTo>
                  <a:pt x="252921" y="228600"/>
                  <a:pt x="243840" y="239951"/>
                  <a:pt x="243840" y="254000"/>
                </a:cubicBezTo>
                <a:lnTo>
                  <a:pt x="243840" y="266700"/>
                </a:lnTo>
                <a:lnTo>
                  <a:pt x="161862" y="266700"/>
                </a:lnTo>
                <a:cubicBezTo>
                  <a:pt x="168783" y="251777"/>
                  <a:pt x="172720" y="234394"/>
                  <a:pt x="172720" y="215900"/>
                </a:cubicBezTo>
                <a:cubicBezTo>
                  <a:pt x="172720" y="159782"/>
                  <a:pt x="136335" y="114300"/>
                  <a:pt x="91440" y="114300"/>
                </a:cubicBezTo>
                <a:cubicBezTo>
                  <a:pt x="88011" y="114300"/>
                  <a:pt x="84582" y="114538"/>
                  <a:pt x="81280" y="115094"/>
                </a:cubicBezTo>
                <a:lnTo>
                  <a:pt x="81280" y="76200"/>
                </a:lnTo>
                <a:close/>
                <a:moveTo>
                  <a:pt x="211455" y="355600"/>
                </a:moveTo>
                <a:cubicBezTo>
                  <a:pt x="208217" y="336391"/>
                  <a:pt x="201105" y="319008"/>
                  <a:pt x="191072" y="304800"/>
                </a:cubicBezTo>
                <a:lnTo>
                  <a:pt x="386080" y="304800"/>
                </a:lnTo>
                <a:cubicBezTo>
                  <a:pt x="386080" y="332819"/>
                  <a:pt x="367856" y="355600"/>
                  <a:pt x="345440" y="355600"/>
                </a:cubicBezTo>
                <a:lnTo>
                  <a:pt x="211455" y="355600"/>
                </a:lnTo>
                <a:close/>
                <a:moveTo>
                  <a:pt x="40640" y="215900"/>
                </a:moveTo>
                <a:cubicBezTo>
                  <a:pt x="40640" y="180853"/>
                  <a:pt x="63403" y="152400"/>
                  <a:pt x="91440" y="152400"/>
                </a:cubicBezTo>
                <a:cubicBezTo>
                  <a:pt x="119477" y="152400"/>
                  <a:pt x="142240" y="180853"/>
                  <a:pt x="142240" y="215900"/>
                </a:cubicBezTo>
                <a:cubicBezTo>
                  <a:pt x="142240" y="250947"/>
                  <a:pt x="119477" y="279400"/>
                  <a:pt x="91440" y="279400"/>
                </a:cubicBezTo>
                <a:cubicBezTo>
                  <a:pt x="63403" y="279400"/>
                  <a:pt x="40640" y="250947"/>
                  <a:pt x="40640" y="215900"/>
                </a:cubicBezTo>
                <a:close/>
                <a:moveTo>
                  <a:pt x="0" y="381000"/>
                </a:moveTo>
                <a:cubicBezTo>
                  <a:pt x="0" y="338931"/>
                  <a:pt x="27305" y="304800"/>
                  <a:pt x="60960" y="304800"/>
                </a:cubicBezTo>
                <a:lnTo>
                  <a:pt x="121920" y="304800"/>
                </a:lnTo>
                <a:cubicBezTo>
                  <a:pt x="155575" y="304800"/>
                  <a:pt x="182880" y="338931"/>
                  <a:pt x="182880" y="381000"/>
                </a:cubicBezTo>
                <a:cubicBezTo>
                  <a:pt x="182880" y="395049"/>
                  <a:pt x="173800" y="406400"/>
                  <a:pt x="162560" y="406400"/>
                </a:cubicBezTo>
                <a:lnTo>
                  <a:pt x="20320" y="406400"/>
                </a:lnTo>
                <a:cubicBezTo>
                  <a:pt x="9081" y="406400"/>
                  <a:pt x="0" y="395049"/>
                  <a:pt x="0" y="381000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1" name="Text 8"/>
          <p:cNvSpPr/>
          <p:nvPr/>
        </p:nvSpPr>
        <p:spPr>
          <a:xfrm>
            <a:off x="6667500" y="1587500"/>
            <a:ext cx="355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4000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2,500+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6667500" y="2260600"/>
            <a:ext cx="355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Faculty from IITs &amp; IISc Bangalore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795000" y="1460500"/>
            <a:ext cx="4699000" cy="1841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275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1112500" y="1714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12700"/>
                </a:moveTo>
                <a:cubicBezTo>
                  <a:pt x="239648" y="12700"/>
                  <a:pt x="269240" y="49689"/>
                  <a:pt x="269240" y="95250"/>
                </a:cubicBezTo>
                <a:cubicBezTo>
                  <a:pt x="269240" y="140811"/>
                  <a:pt x="239648" y="177800"/>
                  <a:pt x="203200" y="177800"/>
                </a:cubicBezTo>
                <a:cubicBezTo>
                  <a:pt x="166752" y="177800"/>
                  <a:pt x="137160" y="140811"/>
                  <a:pt x="137160" y="95250"/>
                </a:cubicBezTo>
                <a:cubicBezTo>
                  <a:pt x="137160" y="49689"/>
                  <a:pt x="166752" y="12700"/>
                  <a:pt x="203200" y="12700"/>
                </a:cubicBezTo>
                <a:close/>
                <a:moveTo>
                  <a:pt x="60960" y="69850"/>
                </a:moveTo>
                <a:cubicBezTo>
                  <a:pt x="86194" y="69850"/>
                  <a:pt x="106680" y="95458"/>
                  <a:pt x="106680" y="127000"/>
                </a:cubicBezTo>
                <a:cubicBezTo>
                  <a:pt x="106680" y="158542"/>
                  <a:pt x="86194" y="184150"/>
                  <a:pt x="60960" y="184150"/>
                </a:cubicBezTo>
                <a:cubicBezTo>
                  <a:pt x="35726" y="184150"/>
                  <a:pt x="15240" y="158542"/>
                  <a:pt x="15240" y="127000"/>
                </a:cubicBezTo>
                <a:cubicBezTo>
                  <a:pt x="15240" y="95458"/>
                  <a:pt x="35726" y="69850"/>
                  <a:pt x="60960" y="69850"/>
                </a:cubicBezTo>
                <a:close/>
                <a:moveTo>
                  <a:pt x="0" y="330200"/>
                </a:moveTo>
                <a:cubicBezTo>
                  <a:pt x="0" y="274082"/>
                  <a:pt x="36386" y="228600"/>
                  <a:pt x="81280" y="228600"/>
                </a:cubicBezTo>
                <a:cubicBezTo>
                  <a:pt x="89408" y="228600"/>
                  <a:pt x="97282" y="230108"/>
                  <a:pt x="104712" y="232886"/>
                </a:cubicBezTo>
                <a:cubicBezTo>
                  <a:pt x="83820" y="262096"/>
                  <a:pt x="71120" y="300672"/>
                  <a:pt x="71120" y="342900"/>
                </a:cubicBezTo>
                <a:lnTo>
                  <a:pt x="71120" y="355600"/>
                </a:lnTo>
                <a:cubicBezTo>
                  <a:pt x="71120" y="364649"/>
                  <a:pt x="72644" y="373221"/>
                  <a:pt x="75375" y="381000"/>
                </a:cubicBezTo>
                <a:lnTo>
                  <a:pt x="20320" y="381000"/>
                </a:lnTo>
                <a:cubicBezTo>
                  <a:pt x="9081" y="381000"/>
                  <a:pt x="0" y="369649"/>
                  <a:pt x="0" y="355600"/>
                </a:cubicBezTo>
                <a:lnTo>
                  <a:pt x="0" y="330200"/>
                </a:lnTo>
                <a:close/>
                <a:moveTo>
                  <a:pt x="331026" y="381000"/>
                </a:moveTo>
                <a:cubicBezTo>
                  <a:pt x="333756" y="373221"/>
                  <a:pt x="335280" y="364649"/>
                  <a:pt x="335280" y="355600"/>
                </a:cubicBezTo>
                <a:lnTo>
                  <a:pt x="335280" y="342900"/>
                </a:lnTo>
                <a:cubicBezTo>
                  <a:pt x="335280" y="300673"/>
                  <a:pt x="322580" y="262096"/>
                  <a:pt x="301689" y="232886"/>
                </a:cubicBezTo>
                <a:cubicBezTo>
                  <a:pt x="309118" y="230108"/>
                  <a:pt x="316992" y="228600"/>
                  <a:pt x="325120" y="228600"/>
                </a:cubicBezTo>
                <a:cubicBezTo>
                  <a:pt x="370015" y="228600"/>
                  <a:pt x="406400" y="274082"/>
                  <a:pt x="406400" y="330200"/>
                </a:cubicBezTo>
                <a:lnTo>
                  <a:pt x="406400" y="355600"/>
                </a:lnTo>
                <a:cubicBezTo>
                  <a:pt x="406400" y="369649"/>
                  <a:pt x="397320" y="381000"/>
                  <a:pt x="386080" y="381000"/>
                </a:cubicBezTo>
                <a:lnTo>
                  <a:pt x="331026" y="381000"/>
                </a:lnTo>
                <a:close/>
                <a:moveTo>
                  <a:pt x="299720" y="127000"/>
                </a:moveTo>
                <a:cubicBezTo>
                  <a:pt x="299720" y="95458"/>
                  <a:pt x="320206" y="69850"/>
                  <a:pt x="345440" y="69850"/>
                </a:cubicBezTo>
                <a:cubicBezTo>
                  <a:pt x="370674" y="69850"/>
                  <a:pt x="391160" y="95458"/>
                  <a:pt x="391160" y="127000"/>
                </a:cubicBezTo>
                <a:cubicBezTo>
                  <a:pt x="391160" y="158542"/>
                  <a:pt x="370674" y="184150"/>
                  <a:pt x="345440" y="184150"/>
                </a:cubicBezTo>
                <a:cubicBezTo>
                  <a:pt x="320206" y="184150"/>
                  <a:pt x="299720" y="158542"/>
                  <a:pt x="299720" y="127000"/>
                </a:cubicBezTo>
                <a:close/>
                <a:moveTo>
                  <a:pt x="101600" y="342900"/>
                </a:moveTo>
                <a:cubicBezTo>
                  <a:pt x="101600" y="272733"/>
                  <a:pt x="147066" y="215900"/>
                  <a:pt x="203200" y="215900"/>
                </a:cubicBezTo>
                <a:cubicBezTo>
                  <a:pt x="259334" y="215900"/>
                  <a:pt x="304800" y="272733"/>
                  <a:pt x="304800" y="342900"/>
                </a:cubicBezTo>
                <a:lnTo>
                  <a:pt x="304800" y="355600"/>
                </a:lnTo>
                <a:cubicBezTo>
                  <a:pt x="304800" y="369649"/>
                  <a:pt x="295720" y="381000"/>
                  <a:pt x="284480" y="381000"/>
                </a:cubicBezTo>
                <a:lnTo>
                  <a:pt x="121920" y="381000"/>
                </a:lnTo>
                <a:cubicBezTo>
                  <a:pt x="110681" y="381000"/>
                  <a:pt x="101600" y="369649"/>
                  <a:pt x="101600" y="355600"/>
                </a:cubicBezTo>
                <a:lnTo>
                  <a:pt x="101600" y="342900"/>
                </a:ln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5" name="Text 12"/>
          <p:cNvSpPr/>
          <p:nvPr/>
        </p:nvSpPr>
        <p:spPr>
          <a:xfrm>
            <a:off x="11684000" y="1587500"/>
            <a:ext cx="355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4000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 Cr+</a:t>
            </a:r>
            <a:endParaRPr lang="en-US" sz="4000" dirty="0"/>
          </a:p>
        </p:txBody>
      </p:sp>
      <p:sp>
        <p:nvSpPr>
          <p:cNvPr id="16" name="Text 13"/>
          <p:cNvSpPr/>
          <p:nvPr/>
        </p:nvSpPr>
        <p:spPr>
          <a:xfrm>
            <a:off x="11684000" y="2260600"/>
            <a:ext cx="355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enrollments since inception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2000" y="3619500"/>
            <a:ext cx="4699000" cy="1841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275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079500" y="3873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18894" y="-10319"/>
                </a:moveTo>
                <a:cubicBezTo>
                  <a:pt x="208552" y="-12144"/>
                  <a:pt x="197939" y="-12144"/>
                  <a:pt x="187597" y="-10319"/>
                </a:cubicBezTo>
                <a:lnTo>
                  <a:pt x="17508" y="19447"/>
                </a:lnTo>
                <a:cubicBezTo>
                  <a:pt x="7348" y="21193"/>
                  <a:pt x="0" y="29051"/>
                  <a:pt x="0" y="38100"/>
                </a:cubicBezTo>
                <a:cubicBezTo>
                  <a:pt x="0" y="46276"/>
                  <a:pt x="5896" y="53419"/>
                  <a:pt x="14514" y="56039"/>
                </a:cubicBezTo>
                <a:lnTo>
                  <a:pt x="14514" y="114300"/>
                </a:lnTo>
                <a:lnTo>
                  <a:pt x="272" y="176689"/>
                </a:lnTo>
                <a:cubicBezTo>
                  <a:pt x="91" y="177403"/>
                  <a:pt x="0" y="178197"/>
                  <a:pt x="0" y="178991"/>
                </a:cubicBezTo>
                <a:cubicBezTo>
                  <a:pt x="0" y="185341"/>
                  <a:pt x="5896" y="190579"/>
                  <a:pt x="13244" y="190579"/>
                </a:cubicBezTo>
                <a:lnTo>
                  <a:pt x="44904" y="190579"/>
                </a:lnTo>
                <a:cubicBezTo>
                  <a:pt x="52161" y="190579"/>
                  <a:pt x="58148" y="185420"/>
                  <a:pt x="58148" y="178991"/>
                </a:cubicBezTo>
                <a:cubicBezTo>
                  <a:pt x="58148" y="178197"/>
                  <a:pt x="58057" y="177483"/>
                  <a:pt x="57876" y="176689"/>
                </a:cubicBezTo>
                <a:lnTo>
                  <a:pt x="43543" y="114300"/>
                </a:lnTo>
                <a:lnTo>
                  <a:pt x="43543" y="61357"/>
                </a:lnTo>
                <a:lnTo>
                  <a:pt x="87086" y="68977"/>
                </a:lnTo>
                <a:lnTo>
                  <a:pt x="87086" y="114300"/>
                </a:lnTo>
                <a:cubicBezTo>
                  <a:pt x="87086" y="170418"/>
                  <a:pt x="139065" y="215900"/>
                  <a:pt x="203200" y="215900"/>
                </a:cubicBezTo>
                <a:cubicBezTo>
                  <a:pt x="267335" y="215900"/>
                  <a:pt x="319314" y="170418"/>
                  <a:pt x="319314" y="114300"/>
                </a:cubicBezTo>
                <a:lnTo>
                  <a:pt x="319314" y="68977"/>
                </a:lnTo>
                <a:lnTo>
                  <a:pt x="388892" y="56833"/>
                </a:lnTo>
                <a:cubicBezTo>
                  <a:pt x="399052" y="55007"/>
                  <a:pt x="406400" y="47149"/>
                  <a:pt x="406400" y="38100"/>
                </a:cubicBezTo>
                <a:cubicBezTo>
                  <a:pt x="406400" y="29051"/>
                  <a:pt x="399052" y="21193"/>
                  <a:pt x="388892" y="19447"/>
                </a:cubicBezTo>
                <a:lnTo>
                  <a:pt x="218894" y="-10319"/>
                </a:lnTo>
                <a:close/>
                <a:moveTo>
                  <a:pt x="203200" y="177800"/>
                </a:moveTo>
                <a:cubicBezTo>
                  <a:pt x="163104" y="177800"/>
                  <a:pt x="130629" y="149384"/>
                  <a:pt x="130629" y="114300"/>
                </a:cubicBezTo>
                <a:lnTo>
                  <a:pt x="275771" y="114300"/>
                </a:lnTo>
                <a:cubicBezTo>
                  <a:pt x="275771" y="149384"/>
                  <a:pt x="243296" y="177800"/>
                  <a:pt x="203200" y="177800"/>
                </a:cubicBezTo>
                <a:close/>
                <a:moveTo>
                  <a:pt x="108948" y="254079"/>
                </a:moveTo>
                <a:cubicBezTo>
                  <a:pt x="53249" y="276463"/>
                  <a:pt x="14514" y="325676"/>
                  <a:pt x="14514" y="382826"/>
                </a:cubicBezTo>
                <a:cubicBezTo>
                  <a:pt x="14514" y="395843"/>
                  <a:pt x="26579" y="406400"/>
                  <a:pt x="41456" y="406400"/>
                </a:cubicBezTo>
                <a:lnTo>
                  <a:pt x="181429" y="406400"/>
                </a:lnTo>
                <a:lnTo>
                  <a:pt x="181429" y="290513"/>
                </a:lnTo>
                <a:lnTo>
                  <a:pt x="129359" y="256381"/>
                </a:lnTo>
                <a:cubicBezTo>
                  <a:pt x="123462" y="252492"/>
                  <a:pt x="115570" y="251460"/>
                  <a:pt x="108857" y="254159"/>
                </a:cubicBezTo>
                <a:close/>
                <a:moveTo>
                  <a:pt x="224971" y="406400"/>
                </a:moveTo>
                <a:lnTo>
                  <a:pt x="364944" y="406400"/>
                </a:lnTo>
                <a:cubicBezTo>
                  <a:pt x="379821" y="406400"/>
                  <a:pt x="391886" y="395843"/>
                  <a:pt x="391886" y="382826"/>
                </a:cubicBezTo>
                <a:cubicBezTo>
                  <a:pt x="391886" y="325676"/>
                  <a:pt x="353151" y="276463"/>
                  <a:pt x="297452" y="254159"/>
                </a:cubicBezTo>
                <a:cubicBezTo>
                  <a:pt x="290739" y="251460"/>
                  <a:pt x="282847" y="252492"/>
                  <a:pt x="276951" y="256381"/>
                </a:cubicBezTo>
                <a:lnTo>
                  <a:pt x="224881" y="290513"/>
                </a:lnTo>
                <a:lnTo>
                  <a:pt x="224881" y="406400"/>
                </a:ln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9" name="Text 16"/>
          <p:cNvSpPr/>
          <p:nvPr/>
        </p:nvSpPr>
        <p:spPr>
          <a:xfrm>
            <a:off x="1651000" y="3746500"/>
            <a:ext cx="355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4000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50L+</a:t>
            </a:r>
            <a:endParaRPr lang="en-US" sz="4000" dirty="0"/>
          </a:p>
        </p:txBody>
      </p:sp>
      <p:sp>
        <p:nvSpPr>
          <p:cNvPr id="20" name="Text 17"/>
          <p:cNvSpPr/>
          <p:nvPr/>
        </p:nvSpPr>
        <p:spPr>
          <a:xfrm>
            <a:off x="1651000" y="4419600"/>
            <a:ext cx="355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Registered students on platform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778500" y="3619500"/>
            <a:ext cx="4699000" cy="1841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275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096000" y="3873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68769" y="-6350"/>
                </a:moveTo>
                <a:cubicBezTo>
                  <a:pt x="164465" y="-11271"/>
                  <a:pt x="158186" y="-13256"/>
                  <a:pt x="152259" y="-11430"/>
                </a:cubicBezTo>
                <a:cubicBezTo>
                  <a:pt x="146332" y="-9604"/>
                  <a:pt x="141746" y="-4445"/>
                  <a:pt x="140264" y="2223"/>
                </a:cubicBezTo>
                <a:lnTo>
                  <a:pt x="129469" y="50006"/>
                </a:lnTo>
                <a:cubicBezTo>
                  <a:pt x="128693" y="53499"/>
                  <a:pt x="125518" y="55563"/>
                  <a:pt x="122484" y="54531"/>
                </a:cubicBezTo>
                <a:lnTo>
                  <a:pt x="80292" y="41196"/>
                </a:lnTo>
                <a:cubicBezTo>
                  <a:pt x="74366" y="39291"/>
                  <a:pt x="68016" y="41196"/>
                  <a:pt x="63712" y="46038"/>
                </a:cubicBezTo>
                <a:cubicBezTo>
                  <a:pt x="59408" y="50879"/>
                  <a:pt x="57714" y="58023"/>
                  <a:pt x="59408" y="64691"/>
                </a:cubicBezTo>
                <a:lnTo>
                  <a:pt x="71332" y="112157"/>
                </a:lnTo>
                <a:cubicBezTo>
                  <a:pt x="72178" y="115570"/>
                  <a:pt x="70344" y="119142"/>
                  <a:pt x="67310" y="120015"/>
                </a:cubicBezTo>
                <a:lnTo>
                  <a:pt x="24765" y="132159"/>
                </a:lnTo>
                <a:cubicBezTo>
                  <a:pt x="18838" y="133826"/>
                  <a:pt x="14182" y="139065"/>
                  <a:pt x="12559" y="145733"/>
                </a:cubicBezTo>
                <a:cubicBezTo>
                  <a:pt x="10936" y="152400"/>
                  <a:pt x="12700" y="159464"/>
                  <a:pt x="17074" y="164306"/>
                </a:cubicBezTo>
                <a:lnTo>
                  <a:pt x="48472" y="198676"/>
                </a:lnTo>
                <a:cubicBezTo>
                  <a:pt x="50729" y="201136"/>
                  <a:pt x="50729" y="205264"/>
                  <a:pt x="48472" y="207804"/>
                </a:cubicBezTo>
                <a:lnTo>
                  <a:pt x="17145" y="242173"/>
                </a:lnTo>
                <a:cubicBezTo>
                  <a:pt x="12771" y="247015"/>
                  <a:pt x="11007" y="254079"/>
                  <a:pt x="12629" y="260747"/>
                </a:cubicBezTo>
                <a:cubicBezTo>
                  <a:pt x="14252" y="267414"/>
                  <a:pt x="18909" y="272574"/>
                  <a:pt x="24836" y="274320"/>
                </a:cubicBezTo>
                <a:lnTo>
                  <a:pt x="67310" y="286464"/>
                </a:lnTo>
                <a:cubicBezTo>
                  <a:pt x="70414" y="287338"/>
                  <a:pt x="72249" y="290909"/>
                  <a:pt x="71332" y="294323"/>
                </a:cubicBezTo>
                <a:lnTo>
                  <a:pt x="59408" y="341709"/>
                </a:lnTo>
                <a:cubicBezTo>
                  <a:pt x="57714" y="348377"/>
                  <a:pt x="59408" y="355521"/>
                  <a:pt x="63712" y="360363"/>
                </a:cubicBezTo>
                <a:cubicBezTo>
                  <a:pt x="68016" y="365204"/>
                  <a:pt x="74366" y="367109"/>
                  <a:pt x="80292" y="365204"/>
                </a:cubicBezTo>
                <a:lnTo>
                  <a:pt x="122484" y="351790"/>
                </a:lnTo>
                <a:cubicBezTo>
                  <a:pt x="125518" y="350838"/>
                  <a:pt x="128693" y="352901"/>
                  <a:pt x="129469" y="356314"/>
                </a:cubicBezTo>
                <a:lnTo>
                  <a:pt x="140264" y="404098"/>
                </a:lnTo>
                <a:cubicBezTo>
                  <a:pt x="141746" y="410766"/>
                  <a:pt x="146403" y="416004"/>
                  <a:pt x="152329" y="417830"/>
                </a:cubicBezTo>
                <a:cubicBezTo>
                  <a:pt x="158256" y="419656"/>
                  <a:pt x="164536" y="417671"/>
                  <a:pt x="168839" y="412750"/>
                </a:cubicBezTo>
                <a:lnTo>
                  <a:pt x="199390" y="377428"/>
                </a:lnTo>
                <a:cubicBezTo>
                  <a:pt x="201577" y="374888"/>
                  <a:pt x="205246" y="374888"/>
                  <a:pt x="207504" y="377428"/>
                </a:cubicBezTo>
                <a:lnTo>
                  <a:pt x="237984" y="412750"/>
                </a:lnTo>
                <a:cubicBezTo>
                  <a:pt x="242288" y="417671"/>
                  <a:pt x="248567" y="419656"/>
                  <a:pt x="254494" y="417830"/>
                </a:cubicBezTo>
                <a:cubicBezTo>
                  <a:pt x="260421" y="416004"/>
                  <a:pt x="265007" y="410766"/>
                  <a:pt x="266559" y="404098"/>
                </a:cubicBezTo>
                <a:lnTo>
                  <a:pt x="277354" y="356394"/>
                </a:lnTo>
                <a:cubicBezTo>
                  <a:pt x="278130" y="352901"/>
                  <a:pt x="281305" y="350838"/>
                  <a:pt x="284339" y="351869"/>
                </a:cubicBezTo>
                <a:lnTo>
                  <a:pt x="326531" y="365284"/>
                </a:lnTo>
                <a:cubicBezTo>
                  <a:pt x="332458" y="367189"/>
                  <a:pt x="338808" y="365284"/>
                  <a:pt x="343112" y="360442"/>
                </a:cubicBezTo>
                <a:cubicBezTo>
                  <a:pt x="347416" y="355600"/>
                  <a:pt x="349109" y="348456"/>
                  <a:pt x="347416" y="341789"/>
                </a:cubicBezTo>
                <a:lnTo>
                  <a:pt x="335492" y="294322"/>
                </a:lnTo>
                <a:cubicBezTo>
                  <a:pt x="334645" y="290909"/>
                  <a:pt x="336479" y="287337"/>
                  <a:pt x="339513" y="286464"/>
                </a:cubicBezTo>
                <a:lnTo>
                  <a:pt x="381988" y="274320"/>
                </a:lnTo>
                <a:cubicBezTo>
                  <a:pt x="387914" y="272653"/>
                  <a:pt x="392571" y="267414"/>
                  <a:pt x="394194" y="260747"/>
                </a:cubicBezTo>
                <a:cubicBezTo>
                  <a:pt x="395817" y="254079"/>
                  <a:pt x="394053" y="246936"/>
                  <a:pt x="389678" y="242173"/>
                </a:cubicBezTo>
                <a:lnTo>
                  <a:pt x="358281" y="207804"/>
                </a:lnTo>
                <a:cubicBezTo>
                  <a:pt x="356023" y="205343"/>
                  <a:pt x="356023" y="201216"/>
                  <a:pt x="358281" y="198676"/>
                </a:cubicBezTo>
                <a:lnTo>
                  <a:pt x="389678" y="164306"/>
                </a:lnTo>
                <a:cubicBezTo>
                  <a:pt x="394053" y="159464"/>
                  <a:pt x="395817" y="152400"/>
                  <a:pt x="394194" y="145732"/>
                </a:cubicBezTo>
                <a:cubicBezTo>
                  <a:pt x="392571" y="139065"/>
                  <a:pt x="387914" y="133906"/>
                  <a:pt x="381988" y="132159"/>
                </a:cubicBezTo>
                <a:lnTo>
                  <a:pt x="339513" y="120015"/>
                </a:lnTo>
                <a:cubicBezTo>
                  <a:pt x="336409" y="119142"/>
                  <a:pt x="334574" y="115570"/>
                  <a:pt x="335492" y="112157"/>
                </a:cubicBezTo>
                <a:lnTo>
                  <a:pt x="347416" y="64691"/>
                </a:lnTo>
                <a:cubicBezTo>
                  <a:pt x="349109" y="58023"/>
                  <a:pt x="347416" y="50879"/>
                  <a:pt x="343112" y="46037"/>
                </a:cubicBezTo>
                <a:cubicBezTo>
                  <a:pt x="338808" y="41196"/>
                  <a:pt x="332458" y="39291"/>
                  <a:pt x="326531" y="41196"/>
                </a:cubicBezTo>
                <a:lnTo>
                  <a:pt x="284339" y="54610"/>
                </a:lnTo>
                <a:cubicBezTo>
                  <a:pt x="281305" y="55563"/>
                  <a:pt x="278130" y="53499"/>
                  <a:pt x="277354" y="50086"/>
                </a:cubicBezTo>
                <a:lnTo>
                  <a:pt x="266559" y="2223"/>
                </a:lnTo>
                <a:cubicBezTo>
                  <a:pt x="265077" y="-4445"/>
                  <a:pt x="260421" y="-9684"/>
                  <a:pt x="254494" y="-11509"/>
                </a:cubicBezTo>
                <a:cubicBezTo>
                  <a:pt x="248567" y="-13335"/>
                  <a:pt x="242288" y="-11351"/>
                  <a:pt x="237984" y="-6429"/>
                </a:cubicBezTo>
                <a:lnTo>
                  <a:pt x="207433" y="28972"/>
                </a:lnTo>
                <a:cubicBezTo>
                  <a:pt x="205246" y="31512"/>
                  <a:pt x="201577" y="31512"/>
                  <a:pt x="199319" y="28972"/>
                </a:cubicBezTo>
                <a:lnTo>
                  <a:pt x="168769" y="-6350"/>
                </a:ln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23" name="Text 20"/>
          <p:cNvSpPr/>
          <p:nvPr/>
        </p:nvSpPr>
        <p:spPr>
          <a:xfrm>
            <a:off x="6667500" y="3746500"/>
            <a:ext cx="355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4000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4,500+</a:t>
            </a:r>
            <a:endParaRPr lang="en-US" sz="4000" dirty="0"/>
          </a:p>
        </p:txBody>
      </p:sp>
      <p:sp>
        <p:nvSpPr>
          <p:cNvPr id="24" name="Text 21"/>
          <p:cNvSpPr/>
          <p:nvPr/>
        </p:nvSpPr>
        <p:spPr>
          <a:xfrm>
            <a:off x="6667500" y="4419600"/>
            <a:ext cx="355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Certification courses available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10795000" y="3619500"/>
            <a:ext cx="4699000" cy="1841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275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112500" y="3873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152400"/>
                </a:moveTo>
                <a:cubicBezTo>
                  <a:pt x="0" y="124381"/>
                  <a:pt x="20249" y="101600"/>
                  <a:pt x="45156" y="101600"/>
                </a:cubicBezTo>
                <a:lnTo>
                  <a:pt x="90311" y="101600"/>
                </a:lnTo>
                <a:lnTo>
                  <a:pt x="180552" y="10239"/>
                </a:lnTo>
                <a:cubicBezTo>
                  <a:pt x="193463" y="-2778"/>
                  <a:pt x="213007" y="-2778"/>
                  <a:pt x="225848" y="10239"/>
                </a:cubicBezTo>
                <a:lnTo>
                  <a:pt x="316089" y="101600"/>
                </a:lnTo>
                <a:lnTo>
                  <a:pt x="361244" y="101600"/>
                </a:lnTo>
                <a:cubicBezTo>
                  <a:pt x="386151" y="101600"/>
                  <a:pt x="406400" y="124381"/>
                  <a:pt x="406400" y="152400"/>
                </a:cubicBezTo>
                <a:lnTo>
                  <a:pt x="406400" y="355600"/>
                </a:lnTo>
                <a:cubicBezTo>
                  <a:pt x="406400" y="383619"/>
                  <a:pt x="386151" y="406400"/>
                  <a:pt x="361244" y="406400"/>
                </a:cubicBezTo>
                <a:lnTo>
                  <a:pt x="45156" y="406400"/>
                </a:lnTo>
                <a:cubicBezTo>
                  <a:pt x="20249" y="406400"/>
                  <a:pt x="0" y="383619"/>
                  <a:pt x="0" y="355600"/>
                </a:cubicBezTo>
                <a:lnTo>
                  <a:pt x="0" y="152400"/>
                </a:lnTo>
                <a:close/>
                <a:moveTo>
                  <a:pt x="158044" y="298450"/>
                </a:moveTo>
                <a:lnTo>
                  <a:pt x="158044" y="368300"/>
                </a:lnTo>
                <a:lnTo>
                  <a:pt x="248356" y="368300"/>
                </a:lnTo>
                <a:lnTo>
                  <a:pt x="248356" y="298450"/>
                </a:lnTo>
                <a:cubicBezTo>
                  <a:pt x="248356" y="280908"/>
                  <a:pt x="235726" y="266700"/>
                  <a:pt x="220133" y="266700"/>
                </a:cubicBezTo>
                <a:lnTo>
                  <a:pt x="186267" y="266700"/>
                </a:lnTo>
                <a:cubicBezTo>
                  <a:pt x="170674" y="266700"/>
                  <a:pt x="158044" y="280908"/>
                  <a:pt x="158044" y="298450"/>
                </a:cubicBezTo>
                <a:close/>
                <a:moveTo>
                  <a:pt x="79022" y="304800"/>
                </a:moveTo>
                <a:cubicBezTo>
                  <a:pt x="85231" y="304800"/>
                  <a:pt x="90311" y="299085"/>
                  <a:pt x="90311" y="292100"/>
                </a:cubicBezTo>
                <a:lnTo>
                  <a:pt x="90311" y="266700"/>
                </a:lnTo>
                <a:cubicBezTo>
                  <a:pt x="90311" y="259715"/>
                  <a:pt x="85231" y="254000"/>
                  <a:pt x="79022" y="254000"/>
                </a:cubicBezTo>
                <a:lnTo>
                  <a:pt x="56444" y="254000"/>
                </a:lnTo>
                <a:cubicBezTo>
                  <a:pt x="50236" y="254000"/>
                  <a:pt x="45156" y="259715"/>
                  <a:pt x="45156" y="266700"/>
                </a:cubicBezTo>
                <a:lnTo>
                  <a:pt x="45156" y="292100"/>
                </a:lnTo>
                <a:cubicBezTo>
                  <a:pt x="45156" y="299085"/>
                  <a:pt x="50236" y="304800"/>
                  <a:pt x="56444" y="304800"/>
                </a:cubicBezTo>
                <a:lnTo>
                  <a:pt x="79022" y="304800"/>
                </a:lnTo>
                <a:close/>
                <a:moveTo>
                  <a:pt x="90311" y="190500"/>
                </a:moveTo>
                <a:lnTo>
                  <a:pt x="90311" y="165100"/>
                </a:lnTo>
                <a:cubicBezTo>
                  <a:pt x="90311" y="158115"/>
                  <a:pt x="85231" y="152400"/>
                  <a:pt x="79022" y="152400"/>
                </a:cubicBezTo>
                <a:lnTo>
                  <a:pt x="56444" y="152400"/>
                </a:lnTo>
                <a:cubicBezTo>
                  <a:pt x="50236" y="152400"/>
                  <a:pt x="45156" y="158115"/>
                  <a:pt x="45156" y="165100"/>
                </a:cubicBezTo>
                <a:lnTo>
                  <a:pt x="45156" y="190500"/>
                </a:lnTo>
                <a:cubicBezTo>
                  <a:pt x="45156" y="197485"/>
                  <a:pt x="50236" y="203200"/>
                  <a:pt x="56444" y="203200"/>
                </a:cubicBezTo>
                <a:lnTo>
                  <a:pt x="79022" y="203200"/>
                </a:lnTo>
                <a:cubicBezTo>
                  <a:pt x="85231" y="203200"/>
                  <a:pt x="90311" y="197485"/>
                  <a:pt x="90311" y="190500"/>
                </a:cubicBezTo>
                <a:close/>
                <a:moveTo>
                  <a:pt x="349956" y="304800"/>
                </a:moveTo>
                <a:cubicBezTo>
                  <a:pt x="356164" y="304800"/>
                  <a:pt x="361244" y="299085"/>
                  <a:pt x="361244" y="292100"/>
                </a:cubicBezTo>
                <a:lnTo>
                  <a:pt x="361244" y="266700"/>
                </a:lnTo>
                <a:cubicBezTo>
                  <a:pt x="361244" y="259715"/>
                  <a:pt x="356164" y="254000"/>
                  <a:pt x="349956" y="254000"/>
                </a:cubicBezTo>
                <a:lnTo>
                  <a:pt x="327378" y="254000"/>
                </a:lnTo>
                <a:cubicBezTo>
                  <a:pt x="321169" y="254000"/>
                  <a:pt x="316089" y="259715"/>
                  <a:pt x="316089" y="266700"/>
                </a:cubicBezTo>
                <a:lnTo>
                  <a:pt x="316089" y="292100"/>
                </a:lnTo>
                <a:cubicBezTo>
                  <a:pt x="316089" y="299085"/>
                  <a:pt x="321169" y="304800"/>
                  <a:pt x="327378" y="304800"/>
                </a:cubicBezTo>
                <a:lnTo>
                  <a:pt x="349956" y="304800"/>
                </a:lnTo>
                <a:close/>
                <a:moveTo>
                  <a:pt x="361244" y="190500"/>
                </a:moveTo>
                <a:lnTo>
                  <a:pt x="361244" y="165100"/>
                </a:lnTo>
                <a:cubicBezTo>
                  <a:pt x="361244" y="158115"/>
                  <a:pt x="356164" y="152400"/>
                  <a:pt x="349956" y="152400"/>
                </a:cubicBezTo>
                <a:lnTo>
                  <a:pt x="327378" y="152400"/>
                </a:lnTo>
                <a:cubicBezTo>
                  <a:pt x="321169" y="152400"/>
                  <a:pt x="316089" y="158115"/>
                  <a:pt x="316089" y="165100"/>
                </a:cubicBezTo>
                <a:lnTo>
                  <a:pt x="316089" y="190500"/>
                </a:lnTo>
                <a:cubicBezTo>
                  <a:pt x="316089" y="197485"/>
                  <a:pt x="321169" y="203200"/>
                  <a:pt x="327378" y="203200"/>
                </a:cubicBezTo>
                <a:lnTo>
                  <a:pt x="349956" y="203200"/>
                </a:lnTo>
                <a:cubicBezTo>
                  <a:pt x="356164" y="203200"/>
                  <a:pt x="361244" y="197485"/>
                  <a:pt x="361244" y="190500"/>
                </a:cubicBezTo>
                <a:close/>
                <a:moveTo>
                  <a:pt x="203200" y="203200"/>
                </a:moveTo>
                <a:cubicBezTo>
                  <a:pt x="228122" y="203200"/>
                  <a:pt x="248356" y="180437"/>
                  <a:pt x="248356" y="152400"/>
                </a:cubicBezTo>
                <a:cubicBezTo>
                  <a:pt x="248356" y="124363"/>
                  <a:pt x="228122" y="101600"/>
                  <a:pt x="203200" y="101600"/>
                </a:cubicBezTo>
                <a:cubicBezTo>
                  <a:pt x="178278" y="101600"/>
                  <a:pt x="158044" y="124363"/>
                  <a:pt x="158044" y="152400"/>
                </a:cubicBezTo>
                <a:cubicBezTo>
                  <a:pt x="158044" y="180437"/>
                  <a:pt x="178278" y="203200"/>
                  <a:pt x="203200" y="203200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27" name="Text 24"/>
          <p:cNvSpPr/>
          <p:nvPr/>
        </p:nvSpPr>
        <p:spPr>
          <a:xfrm>
            <a:off x="11684000" y="3746500"/>
            <a:ext cx="355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4000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5,500+</a:t>
            </a:r>
            <a:endParaRPr lang="en-US" sz="4000" dirty="0"/>
          </a:p>
        </p:txBody>
      </p:sp>
      <p:sp>
        <p:nvSpPr>
          <p:cNvPr id="28" name="Text 25"/>
          <p:cNvSpPr/>
          <p:nvPr/>
        </p:nvSpPr>
        <p:spPr>
          <a:xfrm>
            <a:off x="11684000" y="4419600"/>
            <a:ext cx="355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chapters across India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62000" y="5969000"/>
            <a:ext cx="14732000" cy="762000"/>
          </a:xfrm>
          <a:prstGeom prst="roundRect">
            <a:avLst>
              <a:gd name="adj" fmla="val 8000"/>
            </a:avLst>
          </a:prstGeom>
          <a:solidFill>
            <a:srgbClr val="1B4F8F"/>
          </a:solidFill>
          <a:ln/>
        </p:spPr>
      </p:sp>
      <p:sp>
        <p:nvSpPr>
          <p:cNvPr id="30" name="Text 27"/>
          <p:cNvSpPr/>
          <p:nvPr/>
        </p:nvSpPr>
        <p:spPr>
          <a:xfrm>
            <a:off x="1079500" y="6032500"/>
            <a:ext cx="1409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Courses in 22 disciplines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8-week duration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sessions per year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NPTEL | IITs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/ 43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508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Course Categories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2000" y="1079500"/>
            <a:ext cx="762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2"/>
          <p:cNvSpPr/>
          <p:nvPr/>
        </p:nvSpPr>
        <p:spPr>
          <a:xfrm>
            <a:off x="762000" y="1460500"/>
            <a:ext cx="4699000" cy="215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275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79500" y="1714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74625" y="23812"/>
                </a:moveTo>
                <a:cubicBezTo>
                  <a:pt x="174625" y="10616"/>
                  <a:pt x="164009" y="0"/>
                  <a:pt x="150813" y="0"/>
                </a:cubicBezTo>
                <a:cubicBezTo>
                  <a:pt x="137616" y="0"/>
                  <a:pt x="127000" y="10616"/>
                  <a:pt x="127000" y="23812"/>
                </a:cubicBezTo>
                <a:lnTo>
                  <a:pt x="127000" y="63500"/>
                </a:lnTo>
                <a:cubicBezTo>
                  <a:pt x="91976" y="63500"/>
                  <a:pt x="63500" y="91976"/>
                  <a:pt x="63500" y="127000"/>
                </a:cubicBezTo>
                <a:lnTo>
                  <a:pt x="23812" y="127000"/>
                </a:lnTo>
                <a:cubicBezTo>
                  <a:pt x="10616" y="127000"/>
                  <a:pt x="0" y="137616"/>
                  <a:pt x="0" y="150813"/>
                </a:cubicBezTo>
                <a:cubicBezTo>
                  <a:pt x="0" y="164009"/>
                  <a:pt x="10616" y="174625"/>
                  <a:pt x="23812" y="174625"/>
                </a:cubicBezTo>
                <a:lnTo>
                  <a:pt x="63500" y="174625"/>
                </a:lnTo>
                <a:lnTo>
                  <a:pt x="63500" y="230188"/>
                </a:lnTo>
                <a:lnTo>
                  <a:pt x="23812" y="230188"/>
                </a:lnTo>
                <a:cubicBezTo>
                  <a:pt x="10616" y="230188"/>
                  <a:pt x="0" y="240804"/>
                  <a:pt x="0" y="254000"/>
                </a:cubicBezTo>
                <a:cubicBezTo>
                  <a:pt x="0" y="267196"/>
                  <a:pt x="10616" y="277813"/>
                  <a:pt x="23812" y="277813"/>
                </a:cubicBezTo>
                <a:lnTo>
                  <a:pt x="63500" y="277813"/>
                </a:lnTo>
                <a:lnTo>
                  <a:pt x="63500" y="333375"/>
                </a:lnTo>
                <a:lnTo>
                  <a:pt x="23812" y="333375"/>
                </a:lnTo>
                <a:cubicBezTo>
                  <a:pt x="10616" y="333375"/>
                  <a:pt x="0" y="343991"/>
                  <a:pt x="0" y="357188"/>
                </a:cubicBezTo>
                <a:cubicBezTo>
                  <a:pt x="0" y="370384"/>
                  <a:pt x="10616" y="381000"/>
                  <a:pt x="23812" y="381000"/>
                </a:cubicBezTo>
                <a:lnTo>
                  <a:pt x="63500" y="381000"/>
                </a:lnTo>
                <a:cubicBezTo>
                  <a:pt x="63500" y="416024"/>
                  <a:pt x="91976" y="444500"/>
                  <a:pt x="127000" y="444500"/>
                </a:cubicBezTo>
                <a:lnTo>
                  <a:pt x="127000" y="484187"/>
                </a:lnTo>
                <a:cubicBezTo>
                  <a:pt x="127000" y="497384"/>
                  <a:pt x="137616" y="508000"/>
                  <a:pt x="150813" y="508000"/>
                </a:cubicBezTo>
                <a:cubicBezTo>
                  <a:pt x="164009" y="508000"/>
                  <a:pt x="174625" y="497384"/>
                  <a:pt x="174625" y="484187"/>
                </a:cubicBezTo>
                <a:lnTo>
                  <a:pt x="174625" y="444500"/>
                </a:lnTo>
                <a:lnTo>
                  <a:pt x="230188" y="444500"/>
                </a:lnTo>
                <a:lnTo>
                  <a:pt x="230188" y="484187"/>
                </a:lnTo>
                <a:cubicBezTo>
                  <a:pt x="230188" y="497384"/>
                  <a:pt x="240804" y="508000"/>
                  <a:pt x="254000" y="508000"/>
                </a:cubicBezTo>
                <a:cubicBezTo>
                  <a:pt x="267196" y="508000"/>
                  <a:pt x="277813" y="497384"/>
                  <a:pt x="277813" y="484187"/>
                </a:cubicBezTo>
                <a:lnTo>
                  <a:pt x="277813" y="444500"/>
                </a:lnTo>
                <a:lnTo>
                  <a:pt x="333375" y="444500"/>
                </a:lnTo>
                <a:lnTo>
                  <a:pt x="333375" y="484187"/>
                </a:lnTo>
                <a:cubicBezTo>
                  <a:pt x="333375" y="497384"/>
                  <a:pt x="343991" y="508000"/>
                  <a:pt x="357188" y="508000"/>
                </a:cubicBezTo>
                <a:cubicBezTo>
                  <a:pt x="370384" y="508000"/>
                  <a:pt x="381000" y="497384"/>
                  <a:pt x="381000" y="484187"/>
                </a:cubicBezTo>
                <a:lnTo>
                  <a:pt x="381000" y="444500"/>
                </a:lnTo>
                <a:cubicBezTo>
                  <a:pt x="416024" y="444500"/>
                  <a:pt x="444500" y="416024"/>
                  <a:pt x="444500" y="381000"/>
                </a:cubicBezTo>
                <a:lnTo>
                  <a:pt x="484187" y="381000"/>
                </a:lnTo>
                <a:cubicBezTo>
                  <a:pt x="497384" y="381000"/>
                  <a:pt x="508000" y="370384"/>
                  <a:pt x="508000" y="357188"/>
                </a:cubicBezTo>
                <a:cubicBezTo>
                  <a:pt x="508000" y="343991"/>
                  <a:pt x="497384" y="333375"/>
                  <a:pt x="484187" y="333375"/>
                </a:cubicBezTo>
                <a:lnTo>
                  <a:pt x="444500" y="333375"/>
                </a:lnTo>
                <a:lnTo>
                  <a:pt x="444500" y="277813"/>
                </a:lnTo>
                <a:lnTo>
                  <a:pt x="484187" y="277813"/>
                </a:lnTo>
                <a:cubicBezTo>
                  <a:pt x="497384" y="277813"/>
                  <a:pt x="508000" y="267196"/>
                  <a:pt x="508000" y="254000"/>
                </a:cubicBezTo>
                <a:cubicBezTo>
                  <a:pt x="508000" y="240804"/>
                  <a:pt x="497384" y="230188"/>
                  <a:pt x="484187" y="230188"/>
                </a:cubicBezTo>
                <a:lnTo>
                  <a:pt x="444500" y="230188"/>
                </a:lnTo>
                <a:lnTo>
                  <a:pt x="444500" y="174625"/>
                </a:lnTo>
                <a:lnTo>
                  <a:pt x="484187" y="174625"/>
                </a:lnTo>
                <a:cubicBezTo>
                  <a:pt x="497384" y="174625"/>
                  <a:pt x="508000" y="164009"/>
                  <a:pt x="508000" y="150813"/>
                </a:cubicBezTo>
                <a:cubicBezTo>
                  <a:pt x="508000" y="137616"/>
                  <a:pt x="497384" y="127000"/>
                  <a:pt x="484187" y="127000"/>
                </a:cubicBezTo>
                <a:lnTo>
                  <a:pt x="444500" y="127000"/>
                </a:lnTo>
                <a:cubicBezTo>
                  <a:pt x="444500" y="91976"/>
                  <a:pt x="416024" y="63500"/>
                  <a:pt x="381000" y="63500"/>
                </a:cubicBezTo>
                <a:lnTo>
                  <a:pt x="381000" y="23812"/>
                </a:lnTo>
                <a:cubicBezTo>
                  <a:pt x="381000" y="10616"/>
                  <a:pt x="370384" y="0"/>
                  <a:pt x="357188" y="0"/>
                </a:cubicBezTo>
                <a:cubicBezTo>
                  <a:pt x="343991" y="0"/>
                  <a:pt x="333375" y="10616"/>
                  <a:pt x="333375" y="23812"/>
                </a:cubicBezTo>
                <a:lnTo>
                  <a:pt x="333375" y="63500"/>
                </a:lnTo>
                <a:lnTo>
                  <a:pt x="277813" y="63500"/>
                </a:lnTo>
                <a:lnTo>
                  <a:pt x="277813" y="23812"/>
                </a:lnTo>
                <a:cubicBezTo>
                  <a:pt x="277813" y="10616"/>
                  <a:pt x="267196" y="0"/>
                  <a:pt x="254000" y="0"/>
                </a:cubicBezTo>
                <a:cubicBezTo>
                  <a:pt x="240804" y="0"/>
                  <a:pt x="230188" y="10616"/>
                  <a:pt x="230188" y="23812"/>
                </a:cubicBezTo>
                <a:lnTo>
                  <a:pt x="230188" y="63500"/>
                </a:lnTo>
                <a:lnTo>
                  <a:pt x="174625" y="63500"/>
                </a:lnTo>
                <a:lnTo>
                  <a:pt x="174625" y="23812"/>
                </a:lnTo>
                <a:close/>
                <a:moveTo>
                  <a:pt x="158750" y="127000"/>
                </a:moveTo>
                <a:lnTo>
                  <a:pt x="349250" y="127000"/>
                </a:lnTo>
                <a:cubicBezTo>
                  <a:pt x="366812" y="127000"/>
                  <a:pt x="381000" y="141188"/>
                  <a:pt x="381000" y="158750"/>
                </a:cubicBezTo>
                <a:lnTo>
                  <a:pt x="381000" y="349250"/>
                </a:lnTo>
                <a:cubicBezTo>
                  <a:pt x="381000" y="366812"/>
                  <a:pt x="366812" y="381000"/>
                  <a:pt x="349250" y="381000"/>
                </a:cubicBezTo>
                <a:lnTo>
                  <a:pt x="158750" y="381000"/>
                </a:lnTo>
                <a:cubicBezTo>
                  <a:pt x="141188" y="381000"/>
                  <a:pt x="127000" y="366812"/>
                  <a:pt x="127000" y="349250"/>
                </a:cubicBezTo>
                <a:lnTo>
                  <a:pt x="127000" y="158750"/>
                </a:lnTo>
                <a:cubicBezTo>
                  <a:pt x="127000" y="141188"/>
                  <a:pt x="141188" y="127000"/>
                  <a:pt x="158750" y="127000"/>
                </a:cubicBezTo>
                <a:close/>
                <a:moveTo>
                  <a:pt x="174625" y="174625"/>
                </a:moveTo>
                <a:lnTo>
                  <a:pt x="174625" y="333375"/>
                </a:lnTo>
                <a:lnTo>
                  <a:pt x="333375" y="333375"/>
                </a:lnTo>
                <a:lnTo>
                  <a:pt x="333375" y="174625"/>
                </a:lnTo>
                <a:lnTo>
                  <a:pt x="174625" y="174625"/>
                </a:ln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7" name="Text 4"/>
          <p:cNvSpPr/>
          <p:nvPr/>
        </p:nvSpPr>
        <p:spPr>
          <a:xfrm>
            <a:off x="1778000" y="17145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Engineering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79500" y="2349500"/>
            <a:ext cx="4127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CSE, ECE, Mechanical, Civil, Electrical, and allied branches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778500" y="1460500"/>
            <a:ext cx="4699000" cy="215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275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096000" y="1714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26571" y="0"/>
                </a:moveTo>
                <a:lnTo>
                  <a:pt x="145143" y="0"/>
                </a:lnTo>
                <a:cubicBezTo>
                  <a:pt x="125072" y="0"/>
                  <a:pt x="108857" y="14188"/>
                  <a:pt x="108857" y="31750"/>
                </a:cubicBezTo>
                <a:cubicBezTo>
                  <a:pt x="108857" y="49312"/>
                  <a:pt x="125072" y="63500"/>
                  <a:pt x="145143" y="63500"/>
                </a:cubicBezTo>
                <a:lnTo>
                  <a:pt x="145143" y="213816"/>
                </a:lnTo>
                <a:lnTo>
                  <a:pt x="8504" y="422970"/>
                </a:lnTo>
                <a:cubicBezTo>
                  <a:pt x="2948" y="431602"/>
                  <a:pt x="0" y="441226"/>
                  <a:pt x="0" y="451148"/>
                </a:cubicBezTo>
                <a:cubicBezTo>
                  <a:pt x="0" y="482600"/>
                  <a:pt x="29029" y="508000"/>
                  <a:pt x="64974" y="508000"/>
                </a:cubicBezTo>
                <a:lnTo>
                  <a:pt x="443026" y="508000"/>
                </a:lnTo>
                <a:cubicBezTo>
                  <a:pt x="478858" y="508000"/>
                  <a:pt x="508000" y="482600"/>
                  <a:pt x="508000" y="451148"/>
                </a:cubicBezTo>
                <a:cubicBezTo>
                  <a:pt x="508000" y="441226"/>
                  <a:pt x="505052" y="431502"/>
                  <a:pt x="499496" y="422970"/>
                </a:cubicBezTo>
                <a:lnTo>
                  <a:pt x="362857" y="213816"/>
                </a:lnTo>
                <a:lnTo>
                  <a:pt x="362857" y="63500"/>
                </a:lnTo>
                <a:cubicBezTo>
                  <a:pt x="382928" y="63500"/>
                  <a:pt x="399143" y="49312"/>
                  <a:pt x="399143" y="31750"/>
                </a:cubicBezTo>
                <a:cubicBezTo>
                  <a:pt x="399143" y="14188"/>
                  <a:pt x="382928" y="0"/>
                  <a:pt x="362857" y="0"/>
                </a:cubicBezTo>
                <a:lnTo>
                  <a:pt x="326571" y="0"/>
                </a:lnTo>
                <a:close/>
                <a:moveTo>
                  <a:pt x="217714" y="213816"/>
                </a:moveTo>
                <a:lnTo>
                  <a:pt x="217714" y="63500"/>
                </a:lnTo>
                <a:lnTo>
                  <a:pt x="290286" y="63500"/>
                </a:lnTo>
                <a:lnTo>
                  <a:pt x="290286" y="213816"/>
                </a:lnTo>
                <a:cubicBezTo>
                  <a:pt x="290286" y="224830"/>
                  <a:pt x="293574" y="235744"/>
                  <a:pt x="299811" y="245368"/>
                </a:cubicBezTo>
                <a:lnTo>
                  <a:pt x="346982" y="317500"/>
                </a:lnTo>
                <a:lnTo>
                  <a:pt x="161018" y="317500"/>
                </a:lnTo>
                <a:lnTo>
                  <a:pt x="208189" y="245368"/>
                </a:lnTo>
                <a:cubicBezTo>
                  <a:pt x="214426" y="235744"/>
                  <a:pt x="217714" y="224929"/>
                  <a:pt x="217714" y="213816"/>
                </a:cubicBez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1" name="Text 8"/>
          <p:cNvSpPr/>
          <p:nvPr/>
        </p:nvSpPr>
        <p:spPr>
          <a:xfrm>
            <a:off x="6794500" y="17145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Science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096000" y="2349500"/>
            <a:ext cx="4127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Physics, Chemistry, Mathematics, Biology, and Environmental Science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0795000" y="1460500"/>
            <a:ext cx="4699000" cy="215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275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1112500" y="1714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38667" y="142875"/>
                </a:moveTo>
                <a:cubicBezTo>
                  <a:pt x="338667" y="239316"/>
                  <a:pt x="262819" y="317500"/>
                  <a:pt x="169333" y="317500"/>
                </a:cubicBezTo>
                <a:cubicBezTo>
                  <a:pt x="145785" y="317500"/>
                  <a:pt x="123384" y="312539"/>
                  <a:pt x="103011" y="303609"/>
                </a:cubicBezTo>
                <a:lnTo>
                  <a:pt x="31044" y="346472"/>
                </a:lnTo>
                <a:cubicBezTo>
                  <a:pt x="22842" y="351334"/>
                  <a:pt x="12788" y="349647"/>
                  <a:pt x="6174" y="342305"/>
                </a:cubicBezTo>
                <a:cubicBezTo>
                  <a:pt x="-441" y="334963"/>
                  <a:pt x="-1940" y="323552"/>
                  <a:pt x="2469" y="314325"/>
                </a:cubicBezTo>
                <a:lnTo>
                  <a:pt x="33867" y="247650"/>
                </a:lnTo>
                <a:cubicBezTo>
                  <a:pt x="12612" y="218480"/>
                  <a:pt x="0" y="182166"/>
                  <a:pt x="0" y="142875"/>
                </a:cubicBezTo>
                <a:cubicBezTo>
                  <a:pt x="0" y="46434"/>
                  <a:pt x="75847" y="-31750"/>
                  <a:pt x="169333" y="-31750"/>
                </a:cubicBezTo>
                <a:cubicBezTo>
                  <a:pt x="262819" y="-31750"/>
                  <a:pt x="338667" y="46434"/>
                  <a:pt x="338667" y="142875"/>
                </a:cubicBezTo>
                <a:close/>
                <a:moveTo>
                  <a:pt x="338667" y="508000"/>
                </a:moveTo>
                <a:cubicBezTo>
                  <a:pt x="255676" y="508000"/>
                  <a:pt x="186619" y="446385"/>
                  <a:pt x="172156" y="365125"/>
                </a:cubicBezTo>
                <a:cubicBezTo>
                  <a:pt x="277989" y="363637"/>
                  <a:pt x="369976" y="278904"/>
                  <a:pt x="380118" y="164009"/>
                </a:cubicBezTo>
                <a:cubicBezTo>
                  <a:pt x="453584" y="183059"/>
                  <a:pt x="508000" y="251619"/>
                  <a:pt x="508000" y="333375"/>
                </a:cubicBezTo>
                <a:cubicBezTo>
                  <a:pt x="508000" y="372666"/>
                  <a:pt x="495388" y="408980"/>
                  <a:pt x="474133" y="438150"/>
                </a:cubicBezTo>
                <a:lnTo>
                  <a:pt x="505531" y="504825"/>
                </a:lnTo>
                <a:cubicBezTo>
                  <a:pt x="509852" y="514052"/>
                  <a:pt x="508353" y="525363"/>
                  <a:pt x="501826" y="532805"/>
                </a:cubicBezTo>
                <a:cubicBezTo>
                  <a:pt x="495300" y="540246"/>
                  <a:pt x="485158" y="541933"/>
                  <a:pt x="476956" y="536972"/>
                </a:cubicBezTo>
                <a:lnTo>
                  <a:pt x="404989" y="494109"/>
                </a:lnTo>
                <a:cubicBezTo>
                  <a:pt x="384616" y="503039"/>
                  <a:pt x="362215" y="508000"/>
                  <a:pt x="338667" y="508000"/>
                </a:cubicBez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5" name="Text 12"/>
          <p:cNvSpPr/>
          <p:nvPr/>
        </p:nvSpPr>
        <p:spPr>
          <a:xfrm>
            <a:off x="11811000" y="17145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Humanities &amp; Management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1112500" y="2349500"/>
            <a:ext cx="4127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Economics, Psychology, Finance, HR, and Marketing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62000" y="3937000"/>
            <a:ext cx="4699000" cy="215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275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079500" y="4191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79400" y="0"/>
                </a:moveTo>
                <a:cubicBezTo>
                  <a:pt x="279400" y="-17562"/>
                  <a:pt x="268049" y="-31750"/>
                  <a:pt x="254000" y="-31750"/>
                </a:cubicBezTo>
                <a:cubicBezTo>
                  <a:pt x="239951" y="-31750"/>
                  <a:pt x="228600" y="-17562"/>
                  <a:pt x="228600" y="0"/>
                </a:cubicBezTo>
                <a:lnTo>
                  <a:pt x="228600" y="63500"/>
                </a:lnTo>
                <a:lnTo>
                  <a:pt x="152400" y="63500"/>
                </a:lnTo>
                <a:cubicBezTo>
                  <a:pt x="110331" y="63500"/>
                  <a:pt x="76200" y="106164"/>
                  <a:pt x="76200" y="158750"/>
                </a:cubicBezTo>
                <a:lnTo>
                  <a:pt x="76200" y="381000"/>
                </a:lnTo>
                <a:cubicBezTo>
                  <a:pt x="76200" y="433586"/>
                  <a:pt x="110331" y="476250"/>
                  <a:pt x="152400" y="476250"/>
                </a:cubicBezTo>
                <a:lnTo>
                  <a:pt x="355600" y="476250"/>
                </a:lnTo>
                <a:cubicBezTo>
                  <a:pt x="397669" y="476250"/>
                  <a:pt x="431800" y="433586"/>
                  <a:pt x="431800" y="381000"/>
                </a:cubicBezTo>
                <a:lnTo>
                  <a:pt x="431800" y="158750"/>
                </a:lnTo>
                <a:cubicBezTo>
                  <a:pt x="431800" y="106164"/>
                  <a:pt x="397669" y="63500"/>
                  <a:pt x="355600" y="63500"/>
                </a:cubicBezTo>
                <a:lnTo>
                  <a:pt x="279400" y="63500"/>
                </a:lnTo>
                <a:lnTo>
                  <a:pt x="279400" y="0"/>
                </a:lnTo>
                <a:close/>
                <a:moveTo>
                  <a:pt x="127000" y="365125"/>
                </a:moveTo>
                <a:cubicBezTo>
                  <a:pt x="127000" y="351929"/>
                  <a:pt x="135493" y="341313"/>
                  <a:pt x="146050" y="341313"/>
                </a:cubicBezTo>
                <a:lnTo>
                  <a:pt x="171450" y="341313"/>
                </a:lnTo>
                <a:cubicBezTo>
                  <a:pt x="182007" y="341313"/>
                  <a:pt x="190500" y="351929"/>
                  <a:pt x="190500" y="365125"/>
                </a:cubicBezTo>
                <a:cubicBezTo>
                  <a:pt x="190500" y="378321"/>
                  <a:pt x="182007" y="388938"/>
                  <a:pt x="171450" y="388938"/>
                </a:cubicBezTo>
                <a:lnTo>
                  <a:pt x="146050" y="388938"/>
                </a:lnTo>
                <a:cubicBezTo>
                  <a:pt x="135493" y="388938"/>
                  <a:pt x="127000" y="378321"/>
                  <a:pt x="127000" y="365125"/>
                </a:cubicBezTo>
                <a:close/>
                <a:moveTo>
                  <a:pt x="222250" y="365125"/>
                </a:moveTo>
                <a:cubicBezTo>
                  <a:pt x="222250" y="351929"/>
                  <a:pt x="230743" y="341313"/>
                  <a:pt x="241300" y="341313"/>
                </a:cubicBezTo>
                <a:lnTo>
                  <a:pt x="266700" y="341313"/>
                </a:lnTo>
                <a:cubicBezTo>
                  <a:pt x="277257" y="341313"/>
                  <a:pt x="285750" y="351929"/>
                  <a:pt x="285750" y="365125"/>
                </a:cubicBezTo>
                <a:cubicBezTo>
                  <a:pt x="285750" y="378321"/>
                  <a:pt x="277257" y="388938"/>
                  <a:pt x="266700" y="388938"/>
                </a:cubicBezTo>
                <a:lnTo>
                  <a:pt x="241300" y="388938"/>
                </a:lnTo>
                <a:cubicBezTo>
                  <a:pt x="230743" y="388938"/>
                  <a:pt x="222250" y="378321"/>
                  <a:pt x="222250" y="365125"/>
                </a:cubicBezTo>
                <a:close/>
                <a:moveTo>
                  <a:pt x="317500" y="365125"/>
                </a:moveTo>
                <a:cubicBezTo>
                  <a:pt x="317500" y="351929"/>
                  <a:pt x="325993" y="341313"/>
                  <a:pt x="336550" y="341313"/>
                </a:cubicBezTo>
                <a:lnTo>
                  <a:pt x="361950" y="341313"/>
                </a:lnTo>
                <a:cubicBezTo>
                  <a:pt x="372507" y="341313"/>
                  <a:pt x="381000" y="351929"/>
                  <a:pt x="381000" y="365125"/>
                </a:cubicBezTo>
                <a:cubicBezTo>
                  <a:pt x="381000" y="378321"/>
                  <a:pt x="372507" y="388938"/>
                  <a:pt x="361950" y="388938"/>
                </a:cubicBezTo>
                <a:lnTo>
                  <a:pt x="336550" y="388938"/>
                </a:lnTo>
                <a:cubicBezTo>
                  <a:pt x="325993" y="388938"/>
                  <a:pt x="317500" y="378321"/>
                  <a:pt x="317500" y="365125"/>
                </a:cubicBezTo>
                <a:close/>
                <a:moveTo>
                  <a:pt x="177800" y="174625"/>
                </a:moveTo>
                <a:cubicBezTo>
                  <a:pt x="198828" y="174625"/>
                  <a:pt x="215900" y="195965"/>
                  <a:pt x="215900" y="222250"/>
                </a:cubicBezTo>
                <a:cubicBezTo>
                  <a:pt x="215900" y="248535"/>
                  <a:pt x="198828" y="269875"/>
                  <a:pt x="177800" y="269875"/>
                </a:cubicBezTo>
                <a:cubicBezTo>
                  <a:pt x="156772" y="269875"/>
                  <a:pt x="139700" y="248535"/>
                  <a:pt x="139700" y="222250"/>
                </a:cubicBezTo>
                <a:cubicBezTo>
                  <a:pt x="139700" y="195965"/>
                  <a:pt x="156772" y="174625"/>
                  <a:pt x="177800" y="174625"/>
                </a:cubicBezTo>
                <a:close/>
                <a:moveTo>
                  <a:pt x="292100" y="222250"/>
                </a:moveTo>
                <a:cubicBezTo>
                  <a:pt x="292100" y="195965"/>
                  <a:pt x="309172" y="174625"/>
                  <a:pt x="330200" y="174625"/>
                </a:cubicBezTo>
                <a:cubicBezTo>
                  <a:pt x="351228" y="174625"/>
                  <a:pt x="368300" y="195965"/>
                  <a:pt x="368300" y="222250"/>
                </a:cubicBezTo>
                <a:cubicBezTo>
                  <a:pt x="368300" y="248535"/>
                  <a:pt x="351228" y="269875"/>
                  <a:pt x="330200" y="269875"/>
                </a:cubicBezTo>
                <a:cubicBezTo>
                  <a:pt x="309172" y="269875"/>
                  <a:pt x="292100" y="248535"/>
                  <a:pt x="292100" y="222250"/>
                </a:cubicBezTo>
                <a:close/>
                <a:moveTo>
                  <a:pt x="50800" y="222250"/>
                </a:moveTo>
                <a:cubicBezTo>
                  <a:pt x="50800" y="204688"/>
                  <a:pt x="39449" y="190500"/>
                  <a:pt x="25400" y="190500"/>
                </a:cubicBezTo>
                <a:cubicBezTo>
                  <a:pt x="11351" y="190500"/>
                  <a:pt x="0" y="204688"/>
                  <a:pt x="0" y="222250"/>
                </a:cubicBezTo>
                <a:lnTo>
                  <a:pt x="0" y="317500"/>
                </a:lnTo>
                <a:cubicBezTo>
                  <a:pt x="0" y="335062"/>
                  <a:pt x="11351" y="349250"/>
                  <a:pt x="25400" y="349250"/>
                </a:cubicBezTo>
                <a:cubicBezTo>
                  <a:pt x="39449" y="349250"/>
                  <a:pt x="50800" y="335062"/>
                  <a:pt x="50800" y="317500"/>
                </a:cubicBezTo>
                <a:lnTo>
                  <a:pt x="50800" y="222250"/>
                </a:lnTo>
                <a:close/>
                <a:moveTo>
                  <a:pt x="482600" y="190500"/>
                </a:moveTo>
                <a:cubicBezTo>
                  <a:pt x="468551" y="190500"/>
                  <a:pt x="457200" y="204688"/>
                  <a:pt x="457200" y="222250"/>
                </a:cubicBezTo>
                <a:lnTo>
                  <a:pt x="457200" y="317500"/>
                </a:lnTo>
                <a:cubicBezTo>
                  <a:pt x="457200" y="335062"/>
                  <a:pt x="468551" y="349250"/>
                  <a:pt x="482600" y="349250"/>
                </a:cubicBezTo>
                <a:cubicBezTo>
                  <a:pt x="496649" y="349250"/>
                  <a:pt x="508000" y="335062"/>
                  <a:pt x="508000" y="317500"/>
                </a:cubicBezTo>
                <a:lnTo>
                  <a:pt x="508000" y="222250"/>
                </a:lnTo>
                <a:cubicBezTo>
                  <a:pt x="508000" y="204688"/>
                  <a:pt x="496649" y="190500"/>
                  <a:pt x="482600" y="190500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9" name="Text 16"/>
          <p:cNvSpPr/>
          <p:nvPr/>
        </p:nvSpPr>
        <p:spPr>
          <a:xfrm>
            <a:off x="1778000" y="4191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Emerging Technologies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079500" y="4826000"/>
            <a:ext cx="4127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AI, ML, Data Science, IoT, Cloud, Cyber Security, Blockchain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778500" y="3937000"/>
            <a:ext cx="4699000" cy="215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275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096000" y="4191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37155" y="84534"/>
                </a:moveTo>
                <a:lnTo>
                  <a:pt x="134320" y="213122"/>
                </a:lnTo>
                <a:cubicBezTo>
                  <a:pt x="130263" y="218182"/>
                  <a:pt x="130440" y="226020"/>
                  <a:pt x="134761" y="230882"/>
                </a:cubicBezTo>
                <a:cubicBezTo>
                  <a:pt x="161660" y="261144"/>
                  <a:pt x="205317" y="261144"/>
                  <a:pt x="232216" y="230882"/>
                </a:cubicBezTo>
                <a:lnTo>
                  <a:pt x="260262" y="199330"/>
                </a:lnTo>
                <a:cubicBezTo>
                  <a:pt x="263966" y="195163"/>
                  <a:pt x="268640" y="192881"/>
                  <a:pt x="273403" y="192484"/>
                </a:cubicBezTo>
                <a:cubicBezTo>
                  <a:pt x="279400" y="191889"/>
                  <a:pt x="285574" y="194171"/>
                  <a:pt x="290160" y="199330"/>
                </a:cubicBezTo>
                <a:lnTo>
                  <a:pt x="445911" y="373063"/>
                </a:lnTo>
                <a:lnTo>
                  <a:pt x="508000" y="317500"/>
                </a:lnTo>
                <a:lnTo>
                  <a:pt x="508000" y="31750"/>
                </a:lnTo>
                <a:lnTo>
                  <a:pt x="409222" y="95250"/>
                </a:lnTo>
                <a:lnTo>
                  <a:pt x="388232" y="79474"/>
                </a:lnTo>
                <a:cubicBezTo>
                  <a:pt x="374297" y="69056"/>
                  <a:pt x="357981" y="63500"/>
                  <a:pt x="341224" y="63500"/>
                </a:cubicBezTo>
                <a:lnTo>
                  <a:pt x="279135" y="63500"/>
                </a:lnTo>
                <a:cubicBezTo>
                  <a:pt x="278165" y="63500"/>
                  <a:pt x="277107" y="63500"/>
                  <a:pt x="276137" y="63599"/>
                </a:cubicBezTo>
                <a:cubicBezTo>
                  <a:pt x="261232" y="64492"/>
                  <a:pt x="247209" y="72033"/>
                  <a:pt x="237155" y="84534"/>
                </a:cubicBezTo>
                <a:close/>
                <a:moveTo>
                  <a:pt x="102835" y="181273"/>
                </a:moveTo>
                <a:lnTo>
                  <a:pt x="197026" y="63500"/>
                </a:lnTo>
                <a:lnTo>
                  <a:pt x="162101" y="63500"/>
                </a:lnTo>
                <a:cubicBezTo>
                  <a:pt x="139612" y="63500"/>
                  <a:pt x="118092" y="73521"/>
                  <a:pt x="102217" y="91380"/>
                </a:cubicBezTo>
                <a:lnTo>
                  <a:pt x="98778" y="95250"/>
                </a:lnTo>
                <a:lnTo>
                  <a:pt x="0" y="31750"/>
                </a:lnTo>
                <a:lnTo>
                  <a:pt x="0" y="317500"/>
                </a:lnTo>
                <a:lnTo>
                  <a:pt x="137936" y="446782"/>
                </a:lnTo>
                <a:cubicBezTo>
                  <a:pt x="158221" y="465832"/>
                  <a:pt x="183797" y="476250"/>
                  <a:pt x="210167" y="476250"/>
                </a:cubicBezTo>
                <a:lnTo>
                  <a:pt x="224014" y="476250"/>
                </a:lnTo>
                <a:lnTo>
                  <a:pt x="217840" y="469305"/>
                </a:lnTo>
                <a:cubicBezTo>
                  <a:pt x="209550" y="459978"/>
                  <a:pt x="209550" y="444897"/>
                  <a:pt x="217840" y="435670"/>
                </a:cubicBezTo>
                <a:cubicBezTo>
                  <a:pt x="226131" y="426442"/>
                  <a:pt x="239536" y="426343"/>
                  <a:pt x="247738" y="435670"/>
                </a:cubicBezTo>
                <a:lnTo>
                  <a:pt x="283898" y="476349"/>
                </a:lnTo>
                <a:lnTo>
                  <a:pt x="291835" y="476349"/>
                </a:lnTo>
                <a:cubicBezTo>
                  <a:pt x="308681" y="476349"/>
                  <a:pt x="325173" y="472083"/>
                  <a:pt x="340166" y="464145"/>
                </a:cubicBezTo>
                <a:lnTo>
                  <a:pt x="316618" y="437555"/>
                </a:lnTo>
                <a:cubicBezTo>
                  <a:pt x="308328" y="428228"/>
                  <a:pt x="308328" y="413147"/>
                  <a:pt x="316618" y="403920"/>
                </a:cubicBezTo>
                <a:cubicBezTo>
                  <a:pt x="324908" y="394692"/>
                  <a:pt x="338314" y="394593"/>
                  <a:pt x="346516" y="403920"/>
                </a:cubicBezTo>
                <a:lnTo>
                  <a:pt x="374738" y="435670"/>
                </a:lnTo>
                <a:lnTo>
                  <a:pt x="390172" y="418306"/>
                </a:lnTo>
                <a:cubicBezTo>
                  <a:pt x="398022" y="409476"/>
                  <a:pt x="400315" y="396677"/>
                  <a:pt x="396875" y="385465"/>
                </a:cubicBezTo>
                <a:lnTo>
                  <a:pt x="275255" y="249734"/>
                </a:lnTo>
                <a:lnTo>
                  <a:pt x="262114" y="264517"/>
                </a:lnTo>
                <a:cubicBezTo>
                  <a:pt x="218634" y="313432"/>
                  <a:pt x="148255" y="313432"/>
                  <a:pt x="104775" y="264517"/>
                </a:cubicBezTo>
                <a:cubicBezTo>
                  <a:pt x="84490" y="241697"/>
                  <a:pt x="83697" y="205085"/>
                  <a:pt x="102835" y="181173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23" name="Text 20"/>
          <p:cNvSpPr/>
          <p:nvPr/>
        </p:nvSpPr>
        <p:spPr>
          <a:xfrm>
            <a:off x="6794500" y="4191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Soft Skills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6096000" y="4826000"/>
            <a:ext cx="4127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Communication, Leadership, Ethics, Report Writing, Time Management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10795000" y="3937000"/>
            <a:ext cx="4699000" cy="215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275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112500" y="4191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78833" y="-25698"/>
                </a:moveTo>
                <a:cubicBezTo>
                  <a:pt x="263638" y="-33834"/>
                  <a:pt x="244475" y="-33834"/>
                  <a:pt x="229280" y="-25698"/>
                </a:cubicBezTo>
                <a:cubicBezTo>
                  <a:pt x="201612" y="-10914"/>
                  <a:pt x="184490" y="-6945"/>
                  <a:pt x="152060" y="-7541"/>
                </a:cubicBezTo>
                <a:cubicBezTo>
                  <a:pt x="134257" y="-7937"/>
                  <a:pt x="117702" y="496"/>
                  <a:pt x="109084" y="14188"/>
                </a:cubicBezTo>
                <a:cubicBezTo>
                  <a:pt x="93549" y="39092"/>
                  <a:pt x="80962" y="50105"/>
                  <a:pt x="52501" y="63698"/>
                </a:cubicBezTo>
                <a:cubicBezTo>
                  <a:pt x="36853" y="71140"/>
                  <a:pt x="27328" y="85725"/>
                  <a:pt x="27668" y="101302"/>
                </a:cubicBezTo>
                <a:cubicBezTo>
                  <a:pt x="28462" y="129679"/>
                  <a:pt x="23812" y="144661"/>
                  <a:pt x="6917" y="168870"/>
                </a:cubicBezTo>
                <a:cubicBezTo>
                  <a:pt x="-2381" y="182166"/>
                  <a:pt x="-2381" y="198934"/>
                  <a:pt x="6917" y="212229"/>
                </a:cubicBezTo>
                <a:cubicBezTo>
                  <a:pt x="23812" y="236438"/>
                  <a:pt x="28348" y="251420"/>
                  <a:pt x="27668" y="279797"/>
                </a:cubicBezTo>
                <a:cubicBezTo>
                  <a:pt x="27214" y="295374"/>
                  <a:pt x="36853" y="309860"/>
                  <a:pt x="52501" y="317401"/>
                </a:cubicBezTo>
                <a:cubicBezTo>
                  <a:pt x="77561" y="329406"/>
                  <a:pt x="90261" y="339328"/>
                  <a:pt x="103641" y="358577"/>
                </a:cubicBezTo>
                <a:lnTo>
                  <a:pt x="48419" y="454918"/>
                </a:lnTo>
                <a:cubicBezTo>
                  <a:pt x="41729" y="466725"/>
                  <a:pt x="47171" y="481012"/>
                  <a:pt x="60552" y="486866"/>
                </a:cubicBezTo>
                <a:lnTo>
                  <a:pt x="158070" y="529530"/>
                </a:lnTo>
                <a:cubicBezTo>
                  <a:pt x="171110" y="535186"/>
                  <a:pt x="186985" y="530920"/>
                  <a:pt x="194015" y="519807"/>
                </a:cubicBezTo>
                <a:lnTo>
                  <a:pt x="253887" y="425450"/>
                </a:lnTo>
                <a:lnTo>
                  <a:pt x="313758" y="519807"/>
                </a:lnTo>
                <a:cubicBezTo>
                  <a:pt x="320788" y="530920"/>
                  <a:pt x="336663" y="535285"/>
                  <a:pt x="349704" y="529530"/>
                </a:cubicBezTo>
                <a:lnTo>
                  <a:pt x="447221" y="486866"/>
                </a:lnTo>
                <a:cubicBezTo>
                  <a:pt x="460715" y="481013"/>
                  <a:pt x="466158" y="466725"/>
                  <a:pt x="459354" y="454918"/>
                </a:cubicBezTo>
                <a:lnTo>
                  <a:pt x="404246" y="358477"/>
                </a:lnTo>
                <a:cubicBezTo>
                  <a:pt x="417512" y="339229"/>
                  <a:pt x="430326" y="329307"/>
                  <a:pt x="455386" y="317302"/>
                </a:cubicBezTo>
                <a:cubicBezTo>
                  <a:pt x="471034" y="309860"/>
                  <a:pt x="480559" y="295275"/>
                  <a:pt x="480219" y="279698"/>
                </a:cubicBezTo>
                <a:cubicBezTo>
                  <a:pt x="479425" y="251321"/>
                  <a:pt x="484074" y="236339"/>
                  <a:pt x="500970" y="212130"/>
                </a:cubicBezTo>
                <a:cubicBezTo>
                  <a:pt x="510268" y="198834"/>
                  <a:pt x="510268" y="182066"/>
                  <a:pt x="500970" y="168771"/>
                </a:cubicBezTo>
                <a:cubicBezTo>
                  <a:pt x="484074" y="144562"/>
                  <a:pt x="479538" y="129580"/>
                  <a:pt x="480219" y="101203"/>
                </a:cubicBezTo>
                <a:cubicBezTo>
                  <a:pt x="480672" y="85626"/>
                  <a:pt x="471034" y="71140"/>
                  <a:pt x="455386" y="63599"/>
                </a:cubicBezTo>
                <a:cubicBezTo>
                  <a:pt x="426924" y="50006"/>
                  <a:pt x="414337" y="38993"/>
                  <a:pt x="398803" y="14089"/>
                </a:cubicBezTo>
                <a:cubicBezTo>
                  <a:pt x="390298" y="397"/>
                  <a:pt x="373629" y="-7937"/>
                  <a:pt x="355827" y="-7640"/>
                </a:cubicBezTo>
                <a:cubicBezTo>
                  <a:pt x="323396" y="-6945"/>
                  <a:pt x="306274" y="-11013"/>
                  <a:pt x="278606" y="-25797"/>
                </a:cubicBezTo>
                <a:close/>
                <a:moveTo>
                  <a:pt x="254000" y="95250"/>
                </a:moveTo>
                <a:cubicBezTo>
                  <a:pt x="314080" y="95250"/>
                  <a:pt x="362857" y="137930"/>
                  <a:pt x="362857" y="190500"/>
                </a:cubicBezTo>
                <a:cubicBezTo>
                  <a:pt x="362857" y="243070"/>
                  <a:pt x="314080" y="285750"/>
                  <a:pt x="254000" y="285750"/>
                </a:cubicBezTo>
                <a:cubicBezTo>
                  <a:pt x="193920" y="285750"/>
                  <a:pt x="145143" y="243070"/>
                  <a:pt x="145143" y="190500"/>
                </a:cubicBezTo>
                <a:cubicBezTo>
                  <a:pt x="145143" y="137930"/>
                  <a:pt x="193920" y="95250"/>
                  <a:pt x="254000" y="95250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27" name="Text 24"/>
          <p:cNvSpPr/>
          <p:nvPr/>
        </p:nvSpPr>
        <p:spPr>
          <a:xfrm>
            <a:off x="11811000" y="4191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GATE Preparation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11112500" y="4826000"/>
            <a:ext cx="4127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Engineering Maths and core subjects for all branches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NPTEL | IITs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/ 43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Popular Engineering Courses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2000" y="1079500"/>
            <a:ext cx="762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2"/>
          <p:cNvSpPr/>
          <p:nvPr/>
        </p:nvSpPr>
        <p:spPr>
          <a:xfrm>
            <a:off x="762000" y="1460500"/>
            <a:ext cx="3492500" cy="4318000"/>
          </a:xfrm>
          <a:prstGeom prst="roundRect">
            <a:avLst>
              <a:gd name="adj" fmla="val 8000"/>
            </a:avLst>
          </a:prstGeom>
          <a:solidFill>
            <a:srgbClr val="1B4F8F"/>
          </a:solidFill>
          <a:ln/>
          <a:effectLst>
            <a:outerShdw sx="100000" sy="100000" kx="0" ky="0" algn="bl" rotWithShape="0" blurRad="127000" dist="38100" dir="5400000">
              <a:srgbClr val="000000">
                <a:alpha val="8235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16000" y="1714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564" y="953"/>
                </a:moveTo>
                <a:cubicBezTo>
                  <a:pt x="242570" y="-2937"/>
                  <a:pt x="230082" y="4921"/>
                  <a:pt x="226624" y="18415"/>
                </a:cubicBezTo>
                <a:lnTo>
                  <a:pt x="136313" y="374015"/>
                </a:lnTo>
                <a:cubicBezTo>
                  <a:pt x="132856" y="387509"/>
                  <a:pt x="139841" y="401558"/>
                  <a:pt x="151836" y="405448"/>
                </a:cubicBezTo>
                <a:cubicBezTo>
                  <a:pt x="163830" y="409337"/>
                  <a:pt x="176318" y="401479"/>
                  <a:pt x="179776" y="387985"/>
                </a:cubicBezTo>
                <a:lnTo>
                  <a:pt x="270087" y="32385"/>
                </a:lnTo>
                <a:cubicBezTo>
                  <a:pt x="273544" y="18891"/>
                  <a:pt x="266559" y="4842"/>
                  <a:pt x="254564" y="953"/>
                </a:cubicBezTo>
                <a:close/>
                <a:moveTo>
                  <a:pt x="300143" y="108982"/>
                </a:moveTo>
                <a:cubicBezTo>
                  <a:pt x="291324" y="118904"/>
                  <a:pt x="291324" y="135017"/>
                  <a:pt x="300143" y="144939"/>
                </a:cubicBezTo>
                <a:lnTo>
                  <a:pt x="351931" y="203200"/>
                </a:lnTo>
                <a:lnTo>
                  <a:pt x="300143" y="261461"/>
                </a:lnTo>
                <a:cubicBezTo>
                  <a:pt x="291324" y="271383"/>
                  <a:pt x="291324" y="287496"/>
                  <a:pt x="300143" y="297418"/>
                </a:cubicBezTo>
                <a:cubicBezTo>
                  <a:pt x="308963" y="307340"/>
                  <a:pt x="323286" y="307340"/>
                  <a:pt x="332105" y="297418"/>
                </a:cubicBezTo>
                <a:lnTo>
                  <a:pt x="399838" y="221218"/>
                </a:lnTo>
                <a:cubicBezTo>
                  <a:pt x="408658" y="211296"/>
                  <a:pt x="408658" y="195183"/>
                  <a:pt x="399838" y="185261"/>
                </a:cubicBezTo>
                <a:lnTo>
                  <a:pt x="332105" y="109061"/>
                </a:lnTo>
                <a:cubicBezTo>
                  <a:pt x="323286" y="99139"/>
                  <a:pt x="308963" y="99139"/>
                  <a:pt x="300143" y="109061"/>
                </a:cubicBezTo>
                <a:close/>
                <a:moveTo>
                  <a:pt x="106327" y="108982"/>
                </a:moveTo>
                <a:cubicBezTo>
                  <a:pt x="97508" y="99060"/>
                  <a:pt x="83185" y="99060"/>
                  <a:pt x="74366" y="108982"/>
                </a:cubicBezTo>
                <a:lnTo>
                  <a:pt x="6632" y="185182"/>
                </a:lnTo>
                <a:cubicBezTo>
                  <a:pt x="-2187" y="195104"/>
                  <a:pt x="-2187" y="211217"/>
                  <a:pt x="6632" y="221139"/>
                </a:cubicBezTo>
                <a:lnTo>
                  <a:pt x="74366" y="297339"/>
                </a:lnTo>
                <a:cubicBezTo>
                  <a:pt x="83185" y="307261"/>
                  <a:pt x="97508" y="307261"/>
                  <a:pt x="106327" y="297339"/>
                </a:cubicBezTo>
                <a:cubicBezTo>
                  <a:pt x="115147" y="287417"/>
                  <a:pt x="115147" y="271304"/>
                  <a:pt x="106327" y="261382"/>
                </a:cubicBezTo>
                <a:lnTo>
                  <a:pt x="54539" y="203200"/>
                </a:lnTo>
                <a:lnTo>
                  <a:pt x="106257" y="144939"/>
                </a:lnTo>
                <a:cubicBezTo>
                  <a:pt x="115076" y="135017"/>
                  <a:pt x="115076" y="118904"/>
                  <a:pt x="106257" y="108982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2260600"/>
            <a:ext cx="2984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Programming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16000" y="2730500"/>
            <a:ext cx="29845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 Programming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C++ &amp; OOP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Java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Python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 Structures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0" y="1460500"/>
            <a:ext cx="3492500" cy="431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275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26000" y="1714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64097" y="167084"/>
                </a:moveTo>
                <a:cubicBezTo>
                  <a:pt x="271844" y="164465"/>
                  <a:pt x="279972" y="169069"/>
                  <a:pt x="283464" y="178038"/>
                </a:cubicBezTo>
                <a:lnTo>
                  <a:pt x="295275" y="207883"/>
                </a:lnTo>
                <a:cubicBezTo>
                  <a:pt x="301816" y="208994"/>
                  <a:pt x="308229" y="211217"/>
                  <a:pt x="314262" y="214313"/>
                </a:cubicBezTo>
                <a:lnTo>
                  <a:pt x="336487" y="195818"/>
                </a:lnTo>
                <a:cubicBezTo>
                  <a:pt x="343154" y="190262"/>
                  <a:pt x="351981" y="191373"/>
                  <a:pt x="357632" y="198438"/>
                </a:cubicBezTo>
                <a:lnTo>
                  <a:pt x="369824" y="213678"/>
                </a:lnTo>
                <a:cubicBezTo>
                  <a:pt x="375475" y="220742"/>
                  <a:pt x="376365" y="231854"/>
                  <a:pt x="371919" y="240109"/>
                </a:cubicBezTo>
                <a:lnTo>
                  <a:pt x="357124" y="267811"/>
                </a:lnTo>
                <a:cubicBezTo>
                  <a:pt x="358331" y="271542"/>
                  <a:pt x="359410" y="275431"/>
                  <a:pt x="360299" y="279479"/>
                </a:cubicBezTo>
                <a:cubicBezTo>
                  <a:pt x="361188" y="283528"/>
                  <a:pt x="361759" y="287496"/>
                  <a:pt x="362204" y="291544"/>
                </a:cubicBezTo>
                <a:lnTo>
                  <a:pt x="386144" y="306308"/>
                </a:lnTo>
                <a:cubicBezTo>
                  <a:pt x="393319" y="310753"/>
                  <a:pt x="397002" y="320913"/>
                  <a:pt x="394907" y="330518"/>
                </a:cubicBezTo>
                <a:lnTo>
                  <a:pt x="390462" y="351314"/>
                </a:lnTo>
                <a:cubicBezTo>
                  <a:pt x="388366" y="360918"/>
                  <a:pt x="381190" y="367427"/>
                  <a:pt x="373190" y="366792"/>
                </a:cubicBezTo>
                <a:lnTo>
                  <a:pt x="346519" y="364649"/>
                </a:lnTo>
                <a:cubicBezTo>
                  <a:pt x="342519" y="371078"/>
                  <a:pt x="337884" y="377031"/>
                  <a:pt x="332613" y="382111"/>
                </a:cubicBezTo>
                <a:lnTo>
                  <a:pt x="334328" y="415369"/>
                </a:lnTo>
                <a:cubicBezTo>
                  <a:pt x="334835" y="425371"/>
                  <a:pt x="329629" y="434419"/>
                  <a:pt x="321945" y="436959"/>
                </a:cubicBezTo>
                <a:lnTo>
                  <a:pt x="305308" y="442516"/>
                </a:lnTo>
                <a:cubicBezTo>
                  <a:pt x="297561" y="445135"/>
                  <a:pt x="289497" y="440531"/>
                  <a:pt x="285941" y="431562"/>
                </a:cubicBezTo>
                <a:lnTo>
                  <a:pt x="274130" y="401717"/>
                </a:lnTo>
                <a:cubicBezTo>
                  <a:pt x="267589" y="400606"/>
                  <a:pt x="261176" y="398383"/>
                  <a:pt x="255143" y="395288"/>
                </a:cubicBezTo>
                <a:lnTo>
                  <a:pt x="232918" y="413782"/>
                </a:lnTo>
                <a:cubicBezTo>
                  <a:pt x="226251" y="419338"/>
                  <a:pt x="217424" y="418227"/>
                  <a:pt x="211773" y="411163"/>
                </a:cubicBezTo>
                <a:lnTo>
                  <a:pt x="199581" y="395923"/>
                </a:lnTo>
                <a:cubicBezTo>
                  <a:pt x="193929" y="388858"/>
                  <a:pt x="193040" y="377825"/>
                  <a:pt x="197485" y="369491"/>
                </a:cubicBezTo>
                <a:lnTo>
                  <a:pt x="212281" y="341709"/>
                </a:lnTo>
                <a:cubicBezTo>
                  <a:pt x="211074" y="337979"/>
                  <a:pt x="209994" y="334089"/>
                  <a:pt x="209106" y="330041"/>
                </a:cubicBezTo>
                <a:cubicBezTo>
                  <a:pt x="208217" y="325993"/>
                  <a:pt x="207645" y="321945"/>
                  <a:pt x="207201" y="317976"/>
                </a:cubicBezTo>
                <a:lnTo>
                  <a:pt x="183261" y="303213"/>
                </a:lnTo>
                <a:cubicBezTo>
                  <a:pt x="176086" y="298768"/>
                  <a:pt x="172466" y="288608"/>
                  <a:pt x="174498" y="279003"/>
                </a:cubicBezTo>
                <a:lnTo>
                  <a:pt x="178943" y="258207"/>
                </a:lnTo>
                <a:cubicBezTo>
                  <a:pt x="181039" y="248602"/>
                  <a:pt x="188214" y="242094"/>
                  <a:pt x="196215" y="242729"/>
                </a:cubicBezTo>
                <a:lnTo>
                  <a:pt x="222822" y="244872"/>
                </a:lnTo>
                <a:cubicBezTo>
                  <a:pt x="226822" y="238442"/>
                  <a:pt x="231458" y="232489"/>
                  <a:pt x="236728" y="227409"/>
                </a:cubicBezTo>
                <a:lnTo>
                  <a:pt x="235014" y="194231"/>
                </a:lnTo>
                <a:cubicBezTo>
                  <a:pt x="234506" y="184229"/>
                  <a:pt x="239712" y="175181"/>
                  <a:pt x="247396" y="172641"/>
                </a:cubicBezTo>
                <a:lnTo>
                  <a:pt x="264033" y="167084"/>
                </a:lnTo>
                <a:close/>
                <a:moveTo>
                  <a:pt x="284734" y="269875"/>
                </a:moveTo>
                <a:cubicBezTo>
                  <a:pt x="269313" y="269897"/>
                  <a:pt x="256808" y="285564"/>
                  <a:pt x="256826" y="304840"/>
                </a:cubicBezTo>
                <a:cubicBezTo>
                  <a:pt x="256843" y="324115"/>
                  <a:pt x="269377" y="339747"/>
                  <a:pt x="284798" y="339725"/>
                </a:cubicBezTo>
                <a:cubicBezTo>
                  <a:pt x="300218" y="339703"/>
                  <a:pt x="312723" y="324036"/>
                  <a:pt x="312706" y="304760"/>
                </a:cubicBezTo>
                <a:cubicBezTo>
                  <a:pt x="312688" y="285485"/>
                  <a:pt x="300155" y="269853"/>
                  <a:pt x="284734" y="269875"/>
                </a:cubicBezTo>
                <a:close/>
                <a:moveTo>
                  <a:pt x="142812" y="-36116"/>
                </a:moveTo>
                <a:lnTo>
                  <a:pt x="159449" y="-30559"/>
                </a:lnTo>
                <a:cubicBezTo>
                  <a:pt x="167132" y="-27940"/>
                  <a:pt x="172339" y="-18891"/>
                  <a:pt x="171831" y="-8969"/>
                </a:cubicBezTo>
                <a:lnTo>
                  <a:pt x="170117" y="24209"/>
                </a:lnTo>
                <a:cubicBezTo>
                  <a:pt x="175387" y="29289"/>
                  <a:pt x="180023" y="35163"/>
                  <a:pt x="184023" y="41672"/>
                </a:cubicBezTo>
                <a:lnTo>
                  <a:pt x="210693" y="39529"/>
                </a:lnTo>
                <a:cubicBezTo>
                  <a:pt x="218631" y="38894"/>
                  <a:pt x="225869" y="45403"/>
                  <a:pt x="227965" y="55007"/>
                </a:cubicBezTo>
                <a:lnTo>
                  <a:pt x="232410" y="75803"/>
                </a:lnTo>
                <a:cubicBezTo>
                  <a:pt x="234442" y="85408"/>
                  <a:pt x="230823" y="95568"/>
                  <a:pt x="223647" y="100013"/>
                </a:cubicBezTo>
                <a:lnTo>
                  <a:pt x="199708" y="114776"/>
                </a:lnTo>
                <a:cubicBezTo>
                  <a:pt x="199263" y="118824"/>
                  <a:pt x="198628" y="122873"/>
                  <a:pt x="197803" y="126841"/>
                </a:cubicBezTo>
                <a:cubicBezTo>
                  <a:pt x="196977" y="130810"/>
                  <a:pt x="195834" y="134779"/>
                  <a:pt x="194628" y="138509"/>
                </a:cubicBezTo>
                <a:lnTo>
                  <a:pt x="209423" y="166291"/>
                </a:lnTo>
                <a:cubicBezTo>
                  <a:pt x="213868" y="174625"/>
                  <a:pt x="212979" y="185658"/>
                  <a:pt x="207328" y="192722"/>
                </a:cubicBezTo>
                <a:lnTo>
                  <a:pt x="195136" y="207963"/>
                </a:lnTo>
                <a:cubicBezTo>
                  <a:pt x="189484" y="215027"/>
                  <a:pt x="180658" y="216138"/>
                  <a:pt x="173990" y="210582"/>
                </a:cubicBezTo>
                <a:lnTo>
                  <a:pt x="151765" y="192088"/>
                </a:lnTo>
                <a:cubicBezTo>
                  <a:pt x="145733" y="195183"/>
                  <a:pt x="139319" y="197406"/>
                  <a:pt x="132779" y="198517"/>
                </a:cubicBezTo>
                <a:lnTo>
                  <a:pt x="120968" y="228362"/>
                </a:lnTo>
                <a:cubicBezTo>
                  <a:pt x="117412" y="237331"/>
                  <a:pt x="109283" y="241856"/>
                  <a:pt x="101600" y="239316"/>
                </a:cubicBezTo>
                <a:lnTo>
                  <a:pt x="84963" y="233759"/>
                </a:lnTo>
                <a:cubicBezTo>
                  <a:pt x="77216" y="231140"/>
                  <a:pt x="72073" y="222091"/>
                  <a:pt x="72581" y="212169"/>
                </a:cubicBezTo>
                <a:lnTo>
                  <a:pt x="74295" y="178911"/>
                </a:lnTo>
                <a:cubicBezTo>
                  <a:pt x="69025" y="173831"/>
                  <a:pt x="64389" y="167958"/>
                  <a:pt x="60389" y="161449"/>
                </a:cubicBezTo>
                <a:lnTo>
                  <a:pt x="33719" y="163592"/>
                </a:lnTo>
                <a:cubicBezTo>
                  <a:pt x="25781" y="164227"/>
                  <a:pt x="18542" y="157718"/>
                  <a:pt x="16447" y="148114"/>
                </a:cubicBezTo>
                <a:lnTo>
                  <a:pt x="12002" y="127318"/>
                </a:lnTo>
                <a:cubicBezTo>
                  <a:pt x="9970" y="117713"/>
                  <a:pt x="13589" y="107553"/>
                  <a:pt x="20765" y="103108"/>
                </a:cubicBezTo>
                <a:lnTo>
                  <a:pt x="44704" y="88344"/>
                </a:lnTo>
                <a:cubicBezTo>
                  <a:pt x="45149" y="84296"/>
                  <a:pt x="45784" y="80328"/>
                  <a:pt x="46609" y="76279"/>
                </a:cubicBezTo>
                <a:cubicBezTo>
                  <a:pt x="47498" y="72231"/>
                  <a:pt x="48514" y="68342"/>
                  <a:pt x="49784" y="64611"/>
                </a:cubicBezTo>
                <a:lnTo>
                  <a:pt x="34989" y="36909"/>
                </a:lnTo>
                <a:cubicBezTo>
                  <a:pt x="30544" y="28575"/>
                  <a:pt x="31433" y="17542"/>
                  <a:pt x="37084" y="10478"/>
                </a:cubicBezTo>
                <a:lnTo>
                  <a:pt x="49276" y="-4762"/>
                </a:lnTo>
                <a:cubicBezTo>
                  <a:pt x="54928" y="-11827"/>
                  <a:pt x="63754" y="-12938"/>
                  <a:pt x="70422" y="-7382"/>
                </a:cubicBezTo>
                <a:lnTo>
                  <a:pt x="92646" y="11113"/>
                </a:lnTo>
                <a:cubicBezTo>
                  <a:pt x="98679" y="8017"/>
                  <a:pt x="105092" y="5794"/>
                  <a:pt x="111633" y="4683"/>
                </a:cubicBezTo>
                <a:lnTo>
                  <a:pt x="123444" y="-25162"/>
                </a:lnTo>
                <a:cubicBezTo>
                  <a:pt x="127000" y="-34131"/>
                  <a:pt x="135065" y="-38656"/>
                  <a:pt x="142812" y="-36116"/>
                </a:cubicBezTo>
                <a:close/>
                <a:moveTo>
                  <a:pt x="122174" y="66675"/>
                </a:moveTo>
                <a:cubicBezTo>
                  <a:pt x="106753" y="66675"/>
                  <a:pt x="94234" y="82324"/>
                  <a:pt x="94234" y="101600"/>
                </a:cubicBezTo>
                <a:cubicBezTo>
                  <a:pt x="94234" y="120876"/>
                  <a:pt x="106753" y="136525"/>
                  <a:pt x="122174" y="136525"/>
                </a:cubicBezTo>
                <a:cubicBezTo>
                  <a:pt x="137595" y="136525"/>
                  <a:pt x="150114" y="120876"/>
                  <a:pt x="150114" y="101600"/>
                </a:cubicBezTo>
                <a:cubicBezTo>
                  <a:pt x="150114" y="82324"/>
                  <a:pt x="137595" y="66675"/>
                  <a:pt x="122174" y="66675"/>
                </a:cubicBez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1" name="Text 8"/>
          <p:cNvSpPr/>
          <p:nvPr/>
        </p:nvSpPr>
        <p:spPr>
          <a:xfrm>
            <a:off x="4826000" y="2260600"/>
            <a:ext cx="2984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Engineering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826000" y="2730500"/>
            <a:ext cx="29845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Thermodynamics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Network Theory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Control Systems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Digital Electronics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Signals &amp; Systems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382000" y="1460500"/>
            <a:ext cx="3492500" cy="431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275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636000" y="1714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95250" y="44450"/>
                </a:moveTo>
                <a:cubicBezTo>
                  <a:pt x="95250" y="19923"/>
                  <a:pt x="115173" y="0"/>
                  <a:pt x="139700" y="0"/>
                </a:cubicBezTo>
                <a:lnTo>
                  <a:pt x="158750" y="0"/>
                </a:lnTo>
                <a:cubicBezTo>
                  <a:pt x="172799" y="0"/>
                  <a:pt x="184150" y="11351"/>
                  <a:pt x="184150" y="25400"/>
                </a:cubicBezTo>
                <a:lnTo>
                  <a:pt x="184150" y="381000"/>
                </a:lnTo>
                <a:cubicBezTo>
                  <a:pt x="184150" y="395049"/>
                  <a:pt x="172799" y="406400"/>
                  <a:pt x="158750" y="406400"/>
                </a:cubicBezTo>
                <a:lnTo>
                  <a:pt x="133350" y="406400"/>
                </a:lnTo>
                <a:cubicBezTo>
                  <a:pt x="109696" y="406400"/>
                  <a:pt x="89773" y="390208"/>
                  <a:pt x="84138" y="368300"/>
                </a:cubicBezTo>
                <a:cubicBezTo>
                  <a:pt x="83582" y="368300"/>
                  <a:pt x="83106" y="368300"/>
                  <a:pt x="82550" y="368300"/>
                </a:cubicBezTo>
                <a:cubicBezTo>
                  <a:pt x="47466" y="368300"/>
                  <a:pt x="19050" y="339884"/>
                  <a:pt x="19050" y="304800"/>
                </a:cubicBezTo>
                <a:cubicBezTo>
                  <a:pt x="19050" y="290513"/>
                  <a:pt x="23813" y="277336"/>
                  <a:pt x="31750" y="266700"/>
                </a:cubicBezTo>
                <a:cubicBezTo>
                  <a:pt x="16351" y="255111"/>
                  <a:pt x="6350" y="236696"/>
                  <a:pt x="6350" y="215900"/>
                </a:cubicBezTo>
                <a:cubicBezTo>
                  <a:pt x="6350" y="191373"/>
                  <a:pt x="20320" y="170021"/>
                  <a:pt x="40640" y="159464"/>
                </a:cubicBezTo>
                <a:cubicBezTo>
                  <a:pt x="35004" y="149939"/>
                  <a:pt x="31750" y="138827"/>
                  <a:pt x="31750" y="127000"/>
                </a:cubicBezTo>
                <a:cubicBezTo>
                  <a:pt x="31750" y="91916"/>
                  <a:pt x="60166" y="63500"/>
                  <a:pt x="95250" y="63500"/>
                </a:cubicBezTo>
                <a:lnTo>
                  <a:pt x="95250" y="44450"/>
                </a:lnTo>
                <a:close/>
                <a:moveTo>
                  <a:pt x="311150" y="44450"/>
                </a:moveTo>
                <a:lnTo>
                  <a:pt x="311150" y="63500"/>
                </a:lnTo>
                <a:cubicBezTo>
                  <a:pt x="346234" y="63500"/>
                  <a:pt x="374650" y="91916"/>
                  <a:pt x="374650" y="127000"/>
                </a:cubicBezTo>
                <a:cubicBezTo>
                  <a:pt x="374650" y="138906"/>
                  <a:pt x="371396" y="150019"/>
                  <a:pt x="365760" y="159464"/>
                </a:cubicBezTo>
                <a:cubicBezTo>
                  <a:pt x="386159" y="170021"/>
                  <a:pt x="400050" y="191294"/>
                  <a:pt x="400050" y="215900"/>
                </a:cubicBezTo>
                <a:cubicBezTo>
                  <a:pt x="400050" y="236696"/>
                  <a:pt x="390049" y="255111"/>
                  <a:pt x="374650" y="266700"/>
                </a:cubicBezTo>
                <a:cubicBezTo>
                  <a:pt x="382588" y="277336"/>
                  <a:pt x="387350" y="290513"/>
                  <a:pt x="387350" y="304800"/>
                </a:cubicBezTo>
                <a:cubicBezTo>
                  <a:pt x="387350" y="339884"/>
                  <a:pt x="358934" y="368300"/>
                  <a:pt x="323850" y="368300"/>
                </a:cubicBezTo>
                <a:cubicBezTo>
                  <a:pt x="323294" y="368300"/>
                  <a:pt x="322818" y="368300"/>
                  <a:pt x="322263" y="368300"/>
                </a:cubicBezTo>
                <a:cubicBezTo>
                  <a:pt x="316627" y="390208"/>
                  <a:pt x="296704" y="406400"/>
                  <a:pt x="273050" y="406400"/>
                </a:cubicBezTo>
                <a:lnTo>
                  <a:pt x="247650" y="406400"/>
                </a:lnTo>
                <a:cubicBezTo>
                  <a:pt x="233601" y="406400"/>
                  <a:pt x="222250" y="395049"/>
                  <a:pt x="222250" y="381000"/>
                </a:cubicBezTo>
                <a:lnTo>
                  <a:pt x="222250" y="25400"/>
                </a:lnTo>
                <a:cubicBezTo>
                  <a:pt x="222250" y="11351"/>
                  <a:pt x="233601" y="0"/>
                  <a:pt x="247650" y="0"/>
                </a:cubicBezTo>
                <a:lnTo>
                  <a:pt x="266700" y="0"/>
                </a:lnTo>
                <a:cubicBezTo>
                  <a:pt x="291227" y="0"/>
                  <a:pt x="311150" y="19923"/>
                  <a:pt x="311150" y="44450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5" name="Text 12"/>
          <p:cNvSpPr/>
          <p:nvPr/>
        </p:nvSpPr>
        <p:spPr>
          <a:xfrm>
            <a:off x="8636000" y="2260600"/>
            <a:ext cx="29845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Emerging Tech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636000" y="2730500"/>
            <a:ext cx="29845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Machine Learning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Deep Learning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Cloud Computing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Cyber Security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IoT Systems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2192000" y="1460500"/>
            <a:ext cx="3302000" cy="431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275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2446000" y="1714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406400" y="163354"/>
                </a:moveTo>
                <a:cubicBezTo>
                  <a:pt x="392974" y="171133"/>
                  <a:pt x="377553" y="177403"/>
                  <a:pt x="361496" y="182404"/>
                </a:cubicBezTo>
                <a:cubicBezTo>
                  <a:pt x="318861" y="195739"/>
                  <a:pt x="262890" y="203200"/>
                  <a:pt x="203200" y="203200"/>
                </a:cubicBezTo>
                <a:cubicBezTo>
                  <a:pt x="143510" y="203200"/>
                  <a:pt x="87449" y="195659"/>
                  <a:pt x="44904" y="182404"/>
                </a:cubicBezTo>
                <a:cubicBezTo>
                  <a:pt x="28938" y="177403"/>
                  <a:pt x="13426" y="171133"/>
                  <a:pt x="0" y="163354"/>
                </a:cubicBezTo>
                <a:lnTo>
                  <a:pt x="0" y="228600"/>
                </a:lnTo>
                <a:cubicBezTo>
                  <a:pt x="0" y="263684"/>
                  <a:pt x="90986" y="292100"/>
                  <a:pt x="203200" y="292100"/>
                </a:cubicBezTo>
                <a:cubicBezTo>
                  <a:pt x="315414" y="292100"/>
                  <a:pt x="406400" y="263684"/>
                  <a:pt x="406400" y="228600"/>
                </a:cubicBezTo>
                <a:lnTo>
                  <a:pt x="406400" y="163354"/>
                </a:lnTo>
                <a:close/>
                <a:moveTo>
                  <a:pt x="406400" y="101600"/>
                </a:moveTo>
                <a:lnTo>
                  <a:pt x="406400" y="63500"/>
                </a:lnTo>
                <a:cubicBezTo>
                  <a:pt x="406400" y="28416"/>
                  <a:pt x="315414" y="0"/>
                  <a:pt x="203200" y="0"/>
                </a:cubicBezTo>
                <a:cubicBezTo>
                  <a:pt x="90986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90986" y="165100"/>
                  <a:pt x="203200" y="165100"/>
                </a:cubicBezTo>
                <a:cubicBezTo>
                  <a:pt x="315414" y="165100"/>
                  <a:pt x="406400" y="136684"/>
                  <a:pt x="406400" y="101600"/>
                </a:cubicBezTo>
                <a:close/>
                <a:moveTo>
                  <a:pt x="361496" y="309404"/>
                </a:moveTo>
                <a:cubicBezTo>
                  <a:pt x="318951" y="322659"/>
                  <a:pt x="262981" y="330200"/>
                  <a:pt x="203200" y="330200"/>
                </a:cubicBezTo>
                <a:cubicBezTo>
                  <a:pt x="143419" y="330200"/>
                  <a:pt x="87449" y="322659"/>
                  <a:pt x="44904" y="309404"/>
                </a:cubicBezTo>
                <a:cubicBezTo>
                  <a:pt x="28938" y="304403"/>
                  <a:pt x="13426" y="298133"/>
                  <a:pt x="0" y="290354"/>
                </a:cubicBezTo>
                <a:lnTo>
                  <a:pt x="0" y="342900"/>
                </a:lnTo>
                <a:cubicBezTo>
                  <a:pt x="0" y="377984"/>
                  <a:pt x="90986" y="406400"/>
                  <a:pt x="203200" y="406400"/>
                </a:cubicBezTo>
                <a:cubicBezTo>
                  <a:pt x="315414" y="406400"/>
                  <a:pt x="406400" y="377984"/>
                  <a:pt x="406400" y="342900"/>
                </a:cubicBezTo>
                <a:lnTo>
                  <a:pt x="406400" y="290354"/>
                </a:lnTo>
                <a:cubicBezTo>
                  <a:pt x="392974" y="298133"/>
                  <a:pt x="377553" y="304403"/>
                  <a:pt x="361496" y="309404"/>
                </a:cubicBez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9" name="Text 16"/>
          <p:cNvSpPr/>
          <p:nvPr/>
        </p:nvSpPr>
        <p:spPr>
          <a:xfrm>
            <a:off x="12446000" y="2260600"/>
            <a:ext cx="279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&amp; Specialized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2446000" y="2730500"/>
            <a:ext cx="2794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Big Data Analytics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 Visualization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VLSI Design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Robotics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Electric Vehicles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NPTEL | IITs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 / 43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F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6502400" cy="9144000"/>
          </a:xfrm>
          <a:prstGeom prst="rect">
            <a:avLst/>
          </a:prstGeom>
          <a:solidFill>
            <a:srgbClr val="1B4F8F"/>
          </a:solidFill>
          <a:ln/>
        </p:spPr>
      </p:sp>
      <p:pic>
        <p:nvPicPr>
          <p:cNvPr id="4" name="Image 0" descr="https://kimi-img.moonshot.cn/pub/slides/okc/e32s5zdbnfdd4/mnt/agents/output/nptel-presentation/images/5_Free_Engineering_class_lecture_Im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02400" y="0"/>
            <a:ext cx="9753600" cy="9144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502400" y="0"/>
            <a:ext cx="9753600" cy="9144000"/>
          </a:xfrm>
          <a:prstGeom prst="rect">
            <a:avLst/>
          </a:prstGeom>
          <a:gradFill rotWithShape="1" flip="none">
            <a:gsLst>
              <a:gs pos="0">
                <a:srgbClr val="1B4F8F"/>
              </a:gs>
              <a:gs pos="30000">
                <a:srgbClr val="1B4F8F">
                  <a:alpha val="50000"/>
                </a:srgbClr>
              </a:gs>
              <a:gs pos="100000">
                <a:srgbClr val="1B4F8F">
                  <a:alpha val="6000"/>
                </a:srgbClr>
              </a:gs>
            </a:gsLst>
            <a:lin ang="0" scaled="1"/>
          </a:gradFill>
          <a:ln/>
        </p:spPr>
      </p:sp>
      <p:sp>
        <p:nvSpPr>
          <p:cNvPr id="6" name="Text 2"/>
          <p:cNvSpPr/>
          <p:nvPr/>
        </p:nvSpPr>
        <p:spPr>
          <a:xfrm>
            <a:off x="762000" y="2286000"/>
            <a:ext cx="508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2000" dirty="0"/>
          </a:p>
        </p:txBody>
      </p:sp>
      <p:sp>
        <p:nvSpPr>
          <p:cNvPr id="7" name="Shape 3"/>
          <p:cNvSpPr/>
          <p:nvPr/>
        </p:nvSpPr>
        <p:spPr>
          <a:xfrm>
            <a:off x="762000" y="4318000"/>
            <a:ext cx="762000" cy="635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8" name="Text 4"/>
          <p:cNvSpPr/>
          <p:nvPr/>
        </p:nvSpPr>
        <p:spPr>
          <a:xfrm>
            <a:off x="762000" y="4635500"/>
            <a:ext cx="558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&amp; Certification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762000" y="5397500"/>
            <a:ext cx="558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enrollment to certificate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Courses Are Offered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2000" y="1079500"/>
            <a:ext cx="762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2"/>
          <p:cNvSpPr/>
          <p:nvPr/>
        </p:nvSpPr>
        <p:spPr>
          <a:xfrm>
            <a:off x="762000" y="1651000"/>
            <a:ext cx="2540000" cy="1270000"/>
          </a:xfrm>
          <a:prstGeom prst="roundRect">
            <a:avLst>
              <a:gd name="adj" fmla="val 10000"/>
            </a:avLst>
          </a:prstGeom>
          <a:solidFill>
            <a:srgbClr val="1B4F8F"/>
          </a:solidFill>
          <a:ln/>
          <a:effectLst>
            <a:outerShdw sx="100000" sy="100000" kx="0" ky="0" algn="bl" rotWithShape="0" blurRad="101600" dist="38100" dir="5400000">
              <a:srgbClr val="1b4f8f">
                <a:alpha val="18824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89000" y="1778000"/>
            <a:ext cx="22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8-Week</a:t>
            </a:r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 </a:t>
            </a:r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12-Week</a:t>
            </a:r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Duration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429000" y="2159000"/>
            <a:ext cx="508000" cy="0"/>
          </a:xfrm>
          <a:prstGeom prst="straightConnector1">
            <a:avLst/>
          </a:prstGeom>
          <a:noFill/>
          <a:ln w="25400">
            <a:solidFill>
              <a:srgbClr val="E87722"/>
            </a:solidFill>
            <a:prstDash val="solid"/>
            <a:headEnd type="none"/>
            <a:tailEnd type="arrow"/>
          </a:ln>
        </p:spPr>
      </p:sp>
      <p:sp>
        <p:nvSpPr>
          <p:cNvPr id="8" name="Shape 5"/>
          <p:cNvSpPr/>
          <p:nvPr/>
        </p:nvSpPr>
        <p:spPr>
          <a:xfrm>
            <a:off x="4064000" y="1651000"/>
            <a:ext cx="25400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6275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016500" y="177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59267" y="44450"/>
                </a:moveTo>
                <a:cubicBezTo>
                  <a:pt x="37474" y="44450"/>
                  <a:pt x="19756" y="64383"/>
                  <a:pt x="19756" y="88900"/>
                </a:cubicBezTo>
                <a:lnTo>
                  <a:pt x="19756" y="266700"/>
                </a:lnTo>
                <a:cubicBezTo>
                  <a:pt x="19756" y="291217"/>
                  <a:pt x="37474" y="311150"/>
                  <a:pt x="59267" y="311150"/>
                </a:cubicBezTo>
                <a:lnTo>
                  <a:pt x="217311" y="311150"/>
                </a:lnTo>
                <a:cubicBezTo>
                  <a:pt x="239104" y="311150"/>
                  <a:pt x="256822" y="291217"/>
                  <a:pt x="256822" y="266700"/>
                </a:cubicBezTo>
                <a:lnTo>
                  <a:pt x="256822" y="88900"/>
                </a:lnTo>
                <a:cubicBezTo>
                  <a:pt x="256822" y="64383"/>
                  <a:pt x="239104" y="44450"/>
                  <a:pt x="217311" y="44450"/>
                </a:cubicBezTo>
                <a:lnTo>
                  <a:pt x="59267" y="44450"/>
                </a:lnTo>
                <a:close/>
                <a:moveTo>
                  <a:pt x="286456" y="233363"/>
                </a:moveTo>
                <a:lnTo>
                  <a:pt x="331832" y="274201"/>
                </a:lnTo>
                <a:cubicBezTo>
                  <a:pt x="334425" y="276562"/>
                  <a:pt x="337635" y="277813"/>
                  <a:pt x="340969" y="277813"/>
                </a:cubicBezTo>
                <a:cubicBezTo>
                  <a:pt x="349056" y="277813"/>
                  <a:pt x="355600" y="270450"/>
                  <a:pt x="355600" y="261352"/>
                </a:cubicBezTo>
                <a:lnTo>
                  <a:pt x="355600" y="94248"/>
                </a:lnTo>
                <a:cubicBezTo>
                  <a:pt x="355600" y="85150"/>
                  <a:pt x="349056" y="77788"/>
                  <a:pt x="340969" y="77788"/>
                </a:cubicBezTo>
                <a:cubicBezTo>
                  <a:pt x="337635" y="77788"/>
                  <a:pt x="334425" y="79038"/>
                  <a:pt x="331832" y="81399"/>
                </a:cubicBezTo>
                <a:lnTo>
                  <a:pt x="286456" y="122238"/>
                </a:lnTo>
                <a:lnTo>
                  <a:pt x="286456" y="233363"/>
                </a:ln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0" name="Text 7"/>
          <p:cNvSpPr/>
          <p:nvPr/>
        </p:nvSpPr>
        <p:spPr>
          <a:xfrm>
            <a:off x="4191000" y="2184400"/>
            <a:ext cx="228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 lectures by IIT professors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731000" y="2159000"/>
            <a:ext cx="508000" cy="0"/>
          </a:xfrm>
          <a:prstGeom prst="straightConnector1">
            <a:avLst/>
          </a:prstGeom>
          <a:noFill/>
          <a:ln w="25400">
            <a:solidFill>
              <a:srgbClr val="E87722"/>
            </a:solidFill>
            <a:prstDash val="solid"/>
            <a:headEnd type="none"/>
            <a:tailEnd type="arrow"/>
          </a:ln>
        </p:spPr>
      </p:sp>
      <p:sp>
        <p:nvSpPr>
          <p:cNvPr id="12" name="Shape 9"/>
          <p:cNvSpPr/>
          <p:nvPr/>
        </p:nvSpPr>
        <p:spPr>
          <a:xfrm>
            <a:off x="7366000" y="1651000"/>
            <a:ext cx="25400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6275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318500" y="177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291425"/>
                </a:moveTo>
                <a:lnTo>
                  <a:pt x="0" y="76051"/>
                </a:lnTo>
                <a:cubicBezTo>
                  <a:pt x="0" y="59938"/>
                  <a:pt x="16738" y="49242"/>
                  <a:pt x="32157" y="53826"/>
                </a:cubicBezTo>
                <a:cubicBezTo>
                  <a:pt x="93067" y="72023"/>
                  <a:pt x="136128" y="57646"/>
                  <a:pt x="179467" y="43200"/>
                </a:cubicBezTo>
                <a:cubicBezTo>
                  <a:pt x="224264" y="28267"/>
                  <a:pt x="269339" y="13266"/>
                  <a:pt x="334556" y="34101"/>
                </a:cubicBezTo>
                <a:cubicBezTo>
                  <a:pt x="347405" y="38199"/>
                  <a:pt x="355600" y="50631"/>
                  <a:pt x="355600" y="64175"/>
                </a:cubicBezTo>
                <a:lnTo>
                  <a:pt x="355600" y="279549"/>
                </a:lnTo>
                <a:cubicBezTo>
                  <a:pt x="355600" y="295662"/>
                  <a:pt x="338862" y="306358"/>
                  <a:pt x="323513" y="301774"/>
                </a:cubicBezTo>
                <a:cubicBezTo>
                  <a:pt x="262602" y="283577"/>
                  <a:pt x="219472" y="297954"/>
                  <a:pt x="176203" y="312400"/>
                </a:cubicBezTo>
                <a:cubicBezTo>
                  <a:pt x="131405" y="327333"/>
                  <a:pt x="86330" y="342334"/>
                  <a:pt x="21114" y="321499"/>
                </a:cubicBezTo>
                <a:cubicBezTo>
                  <a:pt x="8265" y="317401"/>
                  <a:pt x="69" y="304969"/>
                  <a:pt x="69" y="291425"/>
                </a:cubicBezTo>
                <a:close/>
                <a:moveTo>
                  <a:pt x="233363" y="177800"/>
                </a:moveTo>
                <a:cubicBezTo>
                  <a:pt x="233363" y="140990"/>
                  <a:pt x="208498" y="111125"/>
                  <a:pt x="177800" y="111125"/>
                </a:cubicBezTo>
                <a:cubicBezTo>
                  <a:pt x="147102" y="111125"/>
                  <a:pt x="122238" y="140990"/>
                  <a:pt x="122238" y="177800"/>
                </a:cubicBezTo>
                <a:cubicBezTo>
                  <a:pt x="122238" y="214610"/>
                  <a:pt x="147102" y="244475"/>
                  <a:pt x="177800" y="244475"/>
                </a:cubicBezTo>
                <a:cubicBezTo>
                  <a:pt x="208498" y="244475"/>
                  <a:pt x="233363" y="214610"/>
                  <a:pt x="233363" y="177800"/>
                </a:cubicBezTo>
                <a:close/>
                <a:moveTo>
                  <a:pt x="83344" y="287258"/>
                </a:moveTo>
                <a:cubicBezTo>
                  <a:pt x="86400" y="287258"/>
                  <a:pt x="88831" y="284619"/>
                  <a:pt x="88344" y="281632"/>
                </a:cubicBezTo>
                <a:cubicBezTo>
                  <a:pt x="85150" y="262324"/>
                  <a:pt x="69592" y="247253"/>
                  <a:pt x="50006" y="244822"/>
                </a:cubicBezTo>
                <a:cubicBezTo>
                  <a:pt x="46950" y="244475"/>
                  <a:pt x="44450" y="246975"/>
                  <a:pt x="44450" y="250031"/>
                </a:cubicBezTo>
                <a:lnTo>
                  <a:pt x="44450" y="277743"/>
                </a:lnTo>
                <a:cubicBezTo>
                  <a:pt x="44450" y="280243"/>
                  <a:pt x="46117" y="282466"/>
                  <a:pt x="48617" y="283091"/>
                </a:cubicBezTo>
                <a:cubicBezTo>
                  <a:pt x="61049" y="286008"/>
                  <a:pt x="72440" y="287328"/>
                  <a:pt x="83344" y="287328"/>
                </a:cubicBezTo>
                <a:close/>
                <a:moveTo>
                  <a:pt x="304552" y="251768"/>
                </a:moveTo>
                <a:cubicBezTo>
                  <a:pt x="308025" y="252323"/>
                  <a:pt x="311150" y="249684"/>
                  <a:pt x="311150" y="246211"/>
                </a:cubicBezTo>
                <a:lnTo>
                  <a:pt x="311150" y="216624"/>
                </a:lnTo>
                <a:cubicBezTo>
                  <a:pt x="311150" y="213568"/>
                  <a:pt x="308650" y="210999"/>
                  <a:pt x="305594" y="211415"/>
                </a:cubicBezTo>
                <a:cubicBezTo>
                  <a:pt x="288092" y="213568"/>
                  <a:pt x="273715" y="225931"/>
                  <a:pt x="268645" y="242391"/>
                </a:cubicBezTo>
                <a:cubicBezTo>
                  <a:pt x="267672" y="245656"/>
                  <a:pt x="270242" y="248712"/>
                  <a:pt x="273645" y="248781"/>
                </a:cubicBezTo>
                <a:cubicBezTo>
                  <a:pt x="283508" y="249059"/>
                  <a:pt x="293787" y="249962"/>
                  <a:pt x="304483" y="251768"/>
                </a:cubicBezTo>
                <a:close/>
                <a:moveTo>
                  <a:pt x="311150" y="105569"/>
                </a:moveTo>
                <a:lnTo>
                  <a:pt x="311150" y="77857"/>
                </a:lnTo>
                <a:cubicBezTo>
                  <a:pt x="311150" y="75357"/>
                  <a:pt x="309414" y="73134"/>
                  <a:pt x="306983" y="72509"/>
                </a:cubicBezTo>
                <a:cubicBezTo>
                  <a:pt x="294551" y="69592"/>
                  <a:pt x="283160" y="68272"/>
                  <a:pt x="272256" y="68272"/>
                </a:cubicBezTo>
                <a:cubicBezTo>
                  <a:pt x="269200" y="68272"/>
                  <a:pt x="266769" y="70912"/>
                  <a:pt x="267256" y="73898"/>
                </a:cubicBezTo>
                <a:cubicBezTo>
                  <a:pt x="270450" y="93206"/>
                  <a:pt x="286008" y="108277"/>
                  <a:pt x="305594" y="110708"/>
                </a:cubicBezTo>
                <a:cubicBezTo>
                  <a:pt x="308650" y="111056"/>
                  <a:pt x="311150" y="108555"/>
                  <a:pt x="311150" y="105499"/>
                </a:cubicBezTo>
                <a:close/>
                <a:moveTo>
                  <a:pt x="86955" y="113139"/>
                </a:moveTo>
                <a:cubicBezTo>
                  <a:pt x="87928" y="109875"/>
                  <a:pt x="85358" y="106819"/>
                  <a:pt x="81955" y="106749"/>
                </a:cubicBezTo>
                <a:cubicBezTo>
                  <a:pt x="72092" y="106472"/>
                  <a:pt x="61813" y="105569"/>
                  <a:pt x="51117" y="103763"/>
                </a:cubicBezTo>
                <a:cubicBezTo>
                  <a:pt x="47645" y="103207"/>
                  <a:pt x="44519" y="105847"/>
                  <a:pt x="44519" y="109319"/>
                </a:cubicBezTo>
                <a:lnTo>
                  <a:pt x="44450" y="138906"/>
                </a:lnTo>
                <a:cubicBezTo>
                  <a:pt x="44450" y="141962"/>
                  <a:pt x="46950" y="144532"/>
                  <a:pt x="50006" y="144115"/>
                </a:cubicBezTo>
                <a:cubicBezTo>
                  <a:pt x="67508" y="141962"/>
                  <a:pt x="81885" y="129600"/>
                  <a:pt x="86955" y="113139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4" name="Text 11"/>
          <p:cNvSpPr/>
          <p:nvPr/>
        </p:nvSpPr>
        <p:spPr>
          <a:xfrm>
            <a:off x="7493000" y="2184400"/>
            <a:ext cx="228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Free</a:t>
            </a:r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enrollment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0033000" y="2159000"/>
            <a:ext cx="508000" cy="0"/>
          </a:xfrm>
          <a:prstGeom prst="straightConnector1">
            <a:avLst/>
          </a:prstGeom>
          <a:noFill/>
          <a:ln w="25400">
            <a:solidFill>
              <a:srgbClr val="E87722"/>
            </a:solidFill>
            <a:prstDash val="solid"/>
            <a:headEnd type="none"/>
            <a:tailEnd type="arrow"/>
          </a:ln>
        </p:spPr>
      </p:sp>
      <p:sp>
        <p:nvSpPr>
          <p:cNvPr id="16" name="Shape 13"/>
          <p:cNvSpPr/>
          <p:nvPr/>
        </p:nvSpPr>
        <p:spPr>
          <a:xfrm>
            <a:off x="10668000" y="1651000"/>
            <a:ext cx="2540000" cy="127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6275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11620500" y="177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5616" y="44450"/>
                </a:moveTo>
                <a:cubicBezTo>
                  <a:pt x="35616" y="19933"/>
                  <a:pt x="51562" y="0"/>
                  <a:pt x="71176" y="0"/>
                </a:cubicBezTo>
                <a:lnTo>
                  <a:pt x="154242" y="0"/>
                </a:lnTo>
                <a:cubicBezTo>
                  <a:pt x="163687" y="0"/>
                  <a:pt x="172744" y="4653"/>
                  <a:pt x="179411" y="12988"/>
                </a:cubicBezTo>
                <a:lnTo>
                  <a:pt x="238530" y="87025"/>
                </a:lnTo>
                <a:cubicBezTo>
                  <a:pt x="245197" y="95359"/>
                  <a:pt x="248920" y="106680"/>
                  <a:pt x="248920" y="118487"/>
                </a:cubicBezTo>
                <a:lnTo>
                  <a:pt x="248920" y="186204"/>
                </a:lnTo>
                <a:lnTo>
                  <a:pt x="175578" y="277882"/>
                </a:lnTo>
                <a:lnTo>
                  <a:pt x="152186" y="277882"/>
                </a:lnTo>
                <a:lnTo>
                  <a:pt x="143240" y="240655"/>
                </a:lnTo>
                <a:cubicBezTo>
                  <a:pt x="140629" y="229751"/>
                  <a:pt x="132628" y="222319"/>
                  <a:pt x="123515" y="222319"/>
                </a:cubicBezTo>
                <a:cubicBezTo>
                  <a:pt x="117237" y="222319"/>
                  <a:pt x="111347" y="225862"/>
                  <a:pt x="107458" y="231973"/>
                </a:cubicBezTo>
                <a:lnTo>
                  <a:pt x="74065" y="284063"/>
                </a:lnTo>
                <a:cubicBezTo>
                  <a:pt x="69453" y="291217"/>
                  <a:pt x="70398" y="301774"/>
                  <a:pt x="76121" y="307469"/>
                </a:cubicBezTo>
                <a:cubicBezTo>
                  <a:pt x="81844" y="313164"/>
                  <a:pt x="90289" y="312053"/>
                  <a:pt x="94845" y="304830"/>
                </a:cubicBezTo>
                <a:lnTo>
                  <a:pt x="121015" y="263991"/>
                </a:lnTo>
                <a:lnTo>
                  <a:pt x="129461" y="299204"/>
                </a:lnTo>
                <a:cubicBezTo>
                  <a:pt x="131127" y="306288"/>
                  <a:pt x="136350" y="311081"/>
                  <a:pt x="142240" y="311081"/>
                </a:cubicBezTo>
                <a:lnTo>
                  <a:pt x="159742" y="311081"/>
                </a:lnTo>
                <a:cubicBezTo>
                  <a:pt x="159242" y="313234"/>
                  <a:pt x="158798" y="315456"/>
                  <a:pt x="158464" y="317679"/>
                </a:cubicBezTo>
                <a:lnTo>
                  <a:pt x="152408" y="355531"/>
                </a:lnTo>
                <a:lnTo>
                  <a:pt x="71176" y="355531"/>
                </a:lnTo>
                <a:cubicBezTo>
                  <a:pt x="51562" y="355531"/>
                  <a:pt x="35616" y="335598"/>
                  <a:pt x="35616" y="311081"/>
                </a:cubicBezTo>
                <a:lnTo>
                  <a:pt x="35616" y="44381"/>
                </a:lnTo>
                <a:close/>
                <a:moveTo>
                  <a:pt x="151186" y="40630"/>
                </a:moveTo>
                <a:lnTo>
                  <a:pt x="151186" y="105569"/>
                </a:lnTo>
                <a:cubicBezTo>
                  <a:pt x="151186" y="114806"/>
                  <a:pt x="157131" y="122238"/>
                  <a:pt x="164521" y="122238"/>
                </a:cubicBezTo>
                <a:lnTo>
                  <a:pt x="216472" y="122238"/>
                </a:lnTo>
                <a:lnTo>
                  <a:pt x="151186" y="40630"/>
                </a:lnTo>
                <a:close/>
                <a:moveTo>
                  <a:pt x="184634" y="324277"/>
                </a:moveTo>
                <a:cubicBezTo>
                  <a:pt x="186023" y="315664"/>
                  <a:pt x="189413" y="307747"/>
                  <a:pt x="194358" y="301565"/>
                </a:cubicBezTo>
                <a:lnTo>
                  <a:pt x="260421" y="218986"/>
                </a:lnTo>
                <a:lnTo>
                  <a:pt x="304871" y="274548"/>
                </a:lnTo>
                <a:lnTo>
                  <a:pt x="238808" y="357128"/>
                </a:lnTo>
                <a:cubicBezTo>
                  <a:pt x="233863" y="363309"/>
                  <a:pt x="227528" y="367546"/>
                  <a:pt x="220639" y="369282"/>
                </a:cubicBezTo>
                <a:lnTo>
                  <a:pt x="187523" y="377547"/>
                </a:lnTo>
                <a:cubicBezTo>
                  <a:pt x="187023" y="377686"/>
                  <a:pt x="186468" y="377756"/>
                  <a:pt x="185912" y="377756"/>
                </a:cubicBezTo>
                <a:cubicBezTo>
                  <a:pt x="181467" y="377756"/>
                  <a:pt x="177800" y="373241"/>
                  <a:pt x="177800" y="367615"/>
                </a:cubicBezTo>
                <a:cubicBezTo>
                  <a:pt x="177800" y="366921"/>
                  <a:pt x="177856" y="366296"/>
                  <a:pt x="177967" y="365601"/>
                </a:cubicBezTo>
                <a:lnTo>
                  <a:pt x="184579" y="324207"/>
                </a:lnTo>
                <a:close/>
                <a:moveTo>
                  <a:pt x="333431" y="238849"/>
                </a:moveTo>
                <a:lnTo>
                  <a:pt x="317429" y="258852"/>
                </a:lnTo>
                <a:lnTo>
                  <a:pt x="272979" y="203289"/>
                </a:lnTo>
                <a:lnTo>
                  <a:pt x="288981" y="183287"/>
                </a:lnTo>
                <a:cubicBezTo>
                  <a:pt x="301260" y="167938"/>
                  <a:pt x="321151" y="167938"/>
                  <a:pt x="333431" y="183287"/>
                </a:cubicBezTo>
                <a:cubicBezTo>
                  <a:pt x="345710" y="198636"/>
                  <a:pt x="345710" y="223500"/>
                  <a:pt x="333431" y="238849"/>
                </a:cubicBez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8" name="Text 15"/>
          <p:cNvSpPr/>
          <p:nvPr/>
        </p:nvSpPr>
        <p:spPr>
          <a:xfrm>
            <a:off x="10795000" y="2184400"/>
            <a:ext cx="2286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Optional certification exam (paid)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62000" y="3429000"/>
            <a:ext cx="7112000" cy="203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275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079500" y="3619500"/>
            <a:ext cx="266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Sessions Per Year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079500" y="4127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87086" y="0"/>
                </a:moveTo>
                <a:cubicBezTo>
                  <a:pt x="75043" y="0"/>
                  <a:pt x="65314" y="8513"/>
                  <a:pt x="65314" y="19050"/>
                </a:cubicBezTo>
                <a:lnTo>
                  <a:pt x="65314" y="38100"/>
                </a:lnTo>
                <a:lnTo>
                  <a:pt x="43543" y="38100"/>
                </a:lnTo>
                <a:cubicBezTo>
                  <a:pt x="19526" y="38100"/>
                  <a:pt x="0" y="55185"/>
                  <a:pt x="0" y="76200"/>
                </a:cubicBezTo>
                <a:lnTo>
                  <a:pt x="0" y="104775"/>
                </a:lnTo>
                <a:lnTo>
                  <a:pt x="304800" y="104775"/>
                </a:lnTo>
                <a:lnTo>
                  <a:pt x="304800" y="76200"/>
                </a:lnTo>
                <a:cubicBezTo>
                  <a:pt x="304800" y="55185"/>
                  <a:pt x="285274" y="38100"/>
                  <a:pt x="261257" y="38100"/>
                </a:cubicBezTo>
                <a:lnTo>
                  <a:pt x="239486" y="38100"/>
                </a:lnTo>
                <a:lnTo>
                  <a:pt x="239486" y="19050"/>
                </a:lnTo>
                <a:cubicBezTo>
                  <a:pt x="239486" y="8513"/>
                  <a:pt x="229757" y="0"/>
                  <a:pt x="217714" y="0"/>
                </a:cubicBezTo>
                <a:cubicBezTo>
                  <a:pt x="205672" y="0"/>
                  <a:pt x="195943" y="8513"/>
                  <a:pt x="195943" y="19050"/>
                </a:cubicBezTo>
                <a:lnTo>
                  <a:pt x="195943" y="38100"/>
                </a:lnTo>
                <a:lnTo>
                  <a:pt x="108857" y="38100"/>
                </a:lnTo>
                <a:lnTo>
                  <a:pt x="108857" y="19050"/>
                </a:lnTo>
                <a:cubicBezTo>
                  <a:pt x="108857" y="8513"/>
                  <a:pt x="99128" y="0"/>
                  <a:pt x="87086" y="0"/>
                </a:cubicBezTo>
                <a:close/>
                <a:moveTo>
                  <a:pt x="0" y="133350"/>
                </a:moveTo>
                <a:lnTo>
                  <a:pt x="0" y="247650"/>
                </a:lnTo>
                <a:cubicBezTo>
                  <a:pt x="0" y="268665"/>
                  <a:pt x="19526" y="285750"/>
                  <a:pt x="43543" y="285750"/>
                </a:cubicBezTo>
                <a:lnTo>
                  <a:pt x="261257" y="285750"/>
                </a:lnTo>
                <a:cubicBezTo>
                  <a:pt x="285274" y="285750"/>
                  <a:pt x="304800" y="268665"/>
                  <a:pt x="304800" y="247650"/>
                </a:cubicBezTo>
                <a:lnTo>
                  <a:pt x="304800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22" name="Text 19"/>
          <p:cNvSpPr/>
          <p:nvPr/>
        </p:nvSpPr>
        <p:spPr>
          <a:xfrm>
            <a:off x="1498600" y="40894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Jan – Apr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session (enroll in Dec)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079500" y="4635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87086" y="0"/>
                </a:moveTo>
                <a:cubicBezTo>
                  <a:pt x="75043" y="0"/>
                  <a:pt x="65314" y="8513"/>
                  <a:pt x="65314" y="19050"/>
                </a:cubicBezTo>
                <a:lnTo>
                  <a:pt x="65314" y="38100"/>
                </a:lnTo>
                <a:lnTo>
                  <a:pt x="43543" y="38100"/>
                </a:lnTo>
                <a:cubicBezTo>
                  <a:pt x="19526" y="38100"/>
                  <a:pt x="0" y="55185"/>
                  <a:pt x="0" y="76200"/>
                </a:cubicBezTo>
                <a:lnTo>
                  <a:pt x="0" y="104775"/>
                </a:lnTo>
                <a:lnTo>
                  <a:pt x="304800" y="104775"/>
                </a:lnTo>
                <a:lnTo>
                  <a:pt x="304800" y="76200"/>
                </a:lnTo>
                <a:cubicBezTo>
                  <a:pt x="304800" y="55185"/>
                  <a:pt x="285274" y="38100"/>
                  <a:pt x="261257" y="38100"/>
                </a:cubicBezTo>
                <a:lnTo>
                  <a:pt x="239486" y="38100"/>
                </a:lnTo>
                <a:lnTo>
                  <a:pt x="239486" y="19050"/>
                </a:lnTo>
                <a:cubicBezTo>
                  <a:pt x="239486" y="8513"/>
                  <a:pt x="229757" y="0"/>
                  <a:pt x="217714" y="0"/>
                </a:cubicBezTo>
                <a:cubicBezTo>
                  <a:pt x="205672" y="0"/>
                  <a:pt x="195943" y="8513"/>
                  <a:pt x="195943" y="19050"/>
                </a:cubicBezTo>
                <a:lnTo>
                  <a:pt x="195943" y="38100"/>
                </a:lnTo>
                <a:lnTo>
                  <a:pt x="108857" y="38100"/>
                </a:lnTo>
                <a:lnTo>
                  <a:pt x="108857" y="19050"/>
                </a:lnTo>
                <a:cubicBezTo>
                  <a:pt x="108857" y="8513"/>
                  <a:pt x="99128" y="0"/>
                  <a:pt x="87086" y="0"/>
                </a:cubicBezTo>
                <a:close/>
                <a:moveTo>
                  <a:pt x="0" y="133350"/>
                </a:moveTo>
                <a:lnTo>
                  <a:pt x="0" y="247650"/>
                </a:lnTo>
                <a:cubicBezTo>
                  <a:pt x="0" y="268665"/>
                  <a:pt x="19526" y="285750"/>
                  <a:pt x="43543" y="285750"/>
                </a:cubicBezTo>
                <a:lnTo>
                  <a:pt x="261257" y="285750"/>
                </a:lnTo>
                <a:cubicBezTo>
                  <a:pt x="285274" y="285750"/>
                  <a:pt x="304800" y="268665"/>
                  <a:pt x="304800" y="247650"/>
                </a:cubicBezTo>
                <a:lnTo>
                  <a:pt x="304800" y="133350"/>
                </a:lnTo>
                <a:lnTo>
                  <a:pt x="0" y="133350"/>
                </a:ln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24" name="Text 21"/>
          <p:cNvSpPr/>
          <p:nvPr/>
        </p:nvSpPr>
        <p:spPr>
          <a:xfrm>
            <a:off x="1498600" y="45974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Jul – Oct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session (enroll in Jun)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255000" y="3429000"/>
            <a:ext cx="7239000" cy="2032000"/>
          </a:xfrm>
          <a:prstGeom prst="roundRect">
            <a:avLst>
              <a:gd name="adj" fmla="val 8000"/>
            </a:avLst>
          </a:prstGeom>
          <a:solidFill>
            <a:srgbClr val="1B4F8F"/>
          </a:solidFill>
          <a:ln/>
          <a:effectLst>
            <a:outerShdw sx="100000" sy="100000" kx="0" ky="0" algn="bl" rotWithShape="0" blurRad="127000" dist="38100" dir="5400000">
              <a:srgbClr val="1b4f8f">
                <a:alpha val="18824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8572500" y="3619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Self-Paced Learning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8572500" y="4127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ubicBezTo>
                  <a:pt x="0" y="68288"/>
                  <a:pt x="68288" y="0"/>
                  <a:pt x="152400" y="0"/>
                </a:cubicBezTo>
                <a:close/>
                <a:moveTo>
                  <a:pt x="138113" y="71438"/>
                </a:moveTo>
                <a:lnTo>
                  <a:pt x="138113" y="152400"/>
                </a:lnTo>
                <a:cubicBezTo>
                  <a:pt x="138113" y="157163"/>
                  <a:pt x="140494" y="161627"/>
                  <a:pt x="144482" y="164306"/>
                </a:cubicBezTo>
                <a:lnTo>
                  <a:pt x="201632" y="202406"/>
                </a:lnTo>
                <a:cubicBezTo>
                  <a:pt x="208181" y="206812"/>
                  <a:pt x="217051" y="205026"/>
                  <a:pt x="221456" y="198418"/>
                </a:cubicBezTo>
                <a:cubicBezTo>
                  <a:pt x="225862" y="191810"/>
                  <a:pt x="224076" y="182999"/>
                  <a:pt x="217468" y="178594"/>
                </a:cubicBezTo>
                <a:lnTo>
                  <a:pt x="166688" y="144780"/>
                </a:lnTo>
                <a:lnTo>
                  <a:pt x="166688" y="71438"/>
                </a:lnTo>
                <a:cubicBezTo>
                  <a:pt x="166688" y="63520"/>
                  <a:pt x="160318" y="57150"/>
                  <a:pt x="152400" y="57150"/>
                </a:cubicBezTo>
                <a:cubicBezTo>
                  <a:pt x="144482" y="57150"/>
                  <a:pt x="138113" y="63520"/>
                  <a:pt x="138113" y="71438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28" name="Text 25"/>
          <p:cNvSpPr/>
          <p:nvPr/>
        </p:nvSpPr>
        <p:spPr>
          <a:xfrm>
            <a:off x="8991600" y="40894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 at your own pace with weekly deadlines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572500" y="4635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74171" y="19050"/>
                </a:moveTo>
                <a:cubicBezTo>
                  <a:pt x="174171" y="8513"/>
                  <a:pt x="164442" y="0"/>
                  <a:pt x="152400" y="0"/>
                </a:cubicBezTo>
                <a:cubicBezTo>
                  <a:pt x="140358" y="0"/>
                  <a:pt x="130629" y="8513"/>
                  <a:pt x="130629" y="19050"/>
                </a:cubicBezTo>
                <a:lnTo>
                  <a:pt x="130629" y="144482"/>
                </a:lnTo>
                <a:lnTo>
                  <a:pt x="102462" y="119836"/>
                </a:lnTo>
                <a:cubicBezTo>
                  <a:pt x="93957" y="112395"/>
                  <a:pt x="80146" y="112395"/>
                  <a:pt x="71642" y="119836"/>
                </a:cubicBezTo>
                <a:cubicBezTo>
                  <a:pt x="63137" y="127278"/>
                  <a:pt x="63137" y="139363"/>
                  <a:pt x="71642" y="146804"/>
                </a:cubicBezTo>
                <a:lnTo>
                  <a:pt x="136956" y="203954"/>
                </a:lnTo>
                <a:cubicBezTo>
                  <a:pt x="145460" y="211395"/>
                  <a:pt x="159272" y="211395"/>
                  <a:pt x="167776" y="203954"/>
                </a:cubicBezTo>
                <a:lnTo>
                  <a:pt x="233090" y="146804"/>
                </a:lnTo>
                <a:cubicBezTo>
                  <a:pt x="241595" y="139363"/>
                  <a:pt x="241595" y="127278"/>
                  <a:pt x="233090" y="119836"/>
                </a:cubicBezTo>
                <a:cubicBezTo>
                  <a:pt x="224586" y="112395"/>
                  <a:pt x="210775" y="112395"/>
                  <a:pt x="202270" y="119836"/>
                </a:cubicBezTo>
                <a:lnTo>
                  <a:pt x="174171" y="144482"/>
                </a:lnTo>
                <a:lnTo>
                  <a:pt x="174171" y="19050"/>
                </a:lnTo>
                <a:close/>
                <a:moveTo>
                  <a:pt x="43543" y="190500"/>
                </a:moveTo>
                <a:cubicBezTo>
                  <a:pt x="19526" y="190500"/>
                  <a:pt x="0" y="207585"/>
                  <a:pt x="0" y="228600"/>
                </a:cubicBezTo>
                <a:lnTo>
                  <a:pt x="0" y="247650"/>
                </a:lnTo>
                <a:cubicBezTo>
                  <a:pt x="0" y="268665"/>
                  <a:pt x="19526" y="285750"/>
                  <a:pt x="43543" y="285750"/>
                </a:cubicBezTo>
                <a:lnTo>
                  <a:pt x="261257" y="285750"/>
                </a:lnTo>
                <a:cubicBezTo>
                  <a:pt x="285274" y="285750"/>
                  <a:pt x="304800" y="268665"/>
                  <a:pt x="304800" y="247650"/>
                </a:cubicBezTo>
                <a:lnTo>
                  <a:pt x="304800" y="228600"/>
                </a:lnTo>
                <a:cubicBezTo>
                  <a:pt x="304800" y="207585"/>
                  <a:pt x="285274" y="190500"/>
                  <a:pt x="261257" y="190500"/>
                </a:cubicBezTo>
                <a:lnTo>
                  <a:pt x="229348" y="190500"/>
                </a:lnTo>
                <a:lnTo>
                  <a:pt x="190840" y="224195"/>
                </a:lnTo>
                <a:cubicBezTo>
                  <a:pt x="169613" y="242768"/>
                  <a:pt x="135119" y="242768"/>
                  <a:pt x="113892" y="224195"/>
                </a:cubicBezTo>
                <a:lnTo>
                  <a:pt x="75452" y="190500"/>
                </a:lnTo>
                <a:lnTo>
                  <a:pt x="43543" y="190500"/>
                </a:lnTo>
                <a:close/>
                <a:moveTo>
                  <a:pt x="250371" y="223838"/>
                </a:moveTo>
                <a:cubicBezTo>
                  <a:pt x="259383" y="223838"/>
                  <a:pt x="266700" y="230240"/>
                  <a:pt x="266700" y="238125"/>
                </a:cubicBezTo>
                <a:cubicBezTo>
                  <a:pt x="266700" y="246010"/>
                  <a:pt x="259383" y="252413"/>
                  <a:pt x="250371" y="252413"/>
                </a:cubicBezTo>
                <a:cubicBezTo>
                  <a:pt x="241359" y="252413"/>
                  <a:pt x="234043" y="246010"/>
                  <a:pt x="234043" y="238125"/>
                </a:cubicBezTo>
                <a:cubicBezTo>
                  <a:pt x="234043" y="230240"/>
                  <a:pt x="241359" y="223838"/>
                  <a:pt x="250371" y="223838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30" name="Text 27"/>
          <p:cNvSpPr/>
          <p:nvPr/>
        </p:nvSpPr>
        <p:spPr>
          <a:xfrm>
            <a:off x="8991600" y="4597400"/>
            <a:ext cx="622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Downloadable transcripts and video lectures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62000" y="5969000"/>
            <a:ext cx="14732000" cy="1016000"/>
          </a:xfrm>
          <a:prstGeom prst="roundRect">
            <a:avLst>
              <a:gd name="adj" fmla="val 8000"/>
            </a:avLst>
          </a:prstGeom>
          <a:solidFill>
            <a:srgbClr val="E87722">
              <a:alpha val="8235"/>
            </a:srgbClr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79500" y="622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177800" y="127000"/>
                </a:moveTo>
                <a:cubicBezTo>
                  <a:pt x="177800" y="112981"/>
                  <a:pt x="189181" y="101600"/>
                  <a:pt x="203200" y="101600"/>
                </a:cubicBezTo>
                <a:cubicBezTo>
                  <a:pt x="217219" y="101600"/>
                  <a:pt x="228600" y="112981"/>
                  <a:pt x="228600" y="127000"/>
                </a:cubicBezTo>
                <a:cubicBezTo>
                  <a:pt x="228600" y="141019"/>
                  <a:pt x="217219" y="152400"/>
                  <a:pt x="203200" y="152400"/>
                </a:cubicBezTo>
                <a:cubicBezTo>
                  <a:pt x="189181" y="152400"/>
                  <a:pt x="177800" y="141019"/>
                  <a:pt x="177800" y="127000"/>
                </a:cubicBezTo>
                <a:close/>
                <a:moveTo>
                  <a:pt x="171450" y="177800"/>
                </a:moveTo>
                <a:lnTo>
                  <a:pt x="209550" y="177800"/>
                </a:lnTo>
                <a:cubicBezTo>
                  <a:pt x="220107" y="177800"/>
                  <a:pt x="228600" y="186293"/>
                  <a:pt x="228600" y="196850"/>
                </a:cubicBezTo>
                <a:lnTo>
                  <a:pt x="228600" y="266700"/>
                </a:lnTo>
                <a:lnTo>
                  <a:pt x="234950" y="266700"/>
                </a:lnTo>
                <a:cubicBezTo>
                  <a:pt x="245507" y="266700"/>
                  <a:pt x="254000" y="275193"/>
                  <a:pt x="254000" y="285750"/>
                </a:cubicBezTo>
                <a:cubicBezTo>
                  <a:pt x="254000" y="296307"/>
                  <a:pt x="245507" y="304800"/>
                  <a:pt x="234950" y="304800"/>
                </a:cubicBezTo>
                <a:lnTo>
                  <a:pt x="171450" y="304800"/>
                </a:lnTo>
                <a:cubicBezTo>
                  <a:pt x="160893" y="304800"/>
                  <a:pt x="152400" y="296307"/>
                  <a:pt x="152400" y="285750"/>
                </a:cubicBezTo>
                <a:cubicBezTo>
                  <a:pt x="152400" y="275193"/>
                  <a:pt x="160893" y="266700"/>
                  <a:pt x="171450" y="266700"/>
                </a:cubicBezTo>
                <a:lnTo>
                  <a:pt x="190500" y="266700"/>
                </a:lnTo>
                <a:lnTo>
                  <a:pt x="190500" y="215900"/>
                </a:lnTo>
                <a:lnTo>
                  <a:pt x="171450" y="215900"/>
                </a:lnTo>
                <a:cubicBezTo>
                  <a:pt x="160893" y="215900"/>
                  <a:pt x="152400" y="207407"/>
                  <a:pt x="152400" y="196850"/>
                </a:cubicBezTo>
                <a:cubicBezTo>
                  <a:pt x="152400" y="186293"/>
                  <a:pt x="160893" y="177800"/>
                  <a:pt x="171450" y="177800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33" name="Text 30"/>
          <p:cNvSpPr/>
          <p:nvPr/>
        </p:nvSpPr>
        <p:spPr>
          <a:xfrm>
            <a:off x="1651000" y="6096000"/>
            <a:ext cx="134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 Tip: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You can enroll in multiple courses simultaneously. Many students take 2 courses per session — one core subject and one emerging tech course.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NPTEL | IITs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 / 43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Weekly Learning Structure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2000" y="1079500"/>
            <a:ext cx="762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2"/>
          <p:cNvSpPr/>
          <p:nvPr/>
        </p:nvSpPr>
        <p:spPr>
          <a:xfrm>
            <a:off x="762000" y="1460500"/>
            <a:ext cx="2032000" cy="457200"/>
          </a:xfrm>
          <a:prstGeom prst="roundRect">
            <a:avLst>
              <a:gd name="adj" fmla="val 50000"/>
            </a:avLst>
          </a:prstGeom>
          <a:solidFill>
            <a:srgbClr val="E87722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1460500"/>
            <a:ext cx="20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8-WEEK CYCLE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524000" y="2286000"/>
            <a:ext cx="0" cy="4826000"/>
          </a:xfrm>
          <a:prstGeom prst="straightConnector1">
            <a:avLst/>
          </a:prstGeom>
          <a:noFill/>
          <a:ln w="38100">
            <a:solidFill>
              <a:srgbClr val="1B4F8F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371600" y="2349500"/>
            <a:ext cx="304800" cy="304800"/>
          </a:xfrm>
          <a:prstGeom prst="ellipse">
            <a:avLst/>
          </a:prstGeom>
          <a:solidFill>
            <a:srgbClr val="1B4F8F"/>
          </a:solidFill>
          <a:ln/>
        </p:spPr>
      </p:sp>
      <p:sp>
        <p:nvSpPr>
          <p:cNvPr id="9" name="Shape 6"/>
          <p:cNvSpPr/>
          <p:nvPr/>
        </p:nvSpPr>
        <p:spPr>
          <a:xfrm>
            <a:off x="1968500" y="2222500"/>
            <a:ext cx="6350000" cy="698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159000" y="23876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0" y="165100"/>
                </a:moveTo>
                <a:cubicBezTo>
                  <a:pt x="0" y="73979"/>
                  <a:pt x="73979" y="0"/>
                  <a:pt x="165100" y="0"/>
                </a:cubicBezTo>
                <a:cubicBezTo>
                  <a:pt x="256221" y="0"/>
                  <a:pt x="330200" y="73979"/>
                  <a:pt x="330200" y="165100"/>
                </a:cubicBezTo>
                <a:cubicBezTo>
                  <a:pt x="330200" y="256221"/>
                  <a:pt x="256221" y="330200"/>
                  <a:pt x="165100" y="330200"/>
                </a:cubicBezTo>
                <a:cubicBezTo>
                  <a:pt x="73979" y="330200"/>
                  <a:pt x="0" y="256221"/>
                  <a:pt x="0" y="165100"/>
                </a:cubicBezTo>
                <a:close/>
                <a:moveTo>
                  <a:pt x="121439" y="94868"/>
                </a:moveTo>
                <a:cubicBezTo>
                  <a:pt x="116537" y="97577"/>
                  <a:pt x="113506" y="102801"/>
                  <a:pt x="113506" y="108347"/>
                </a:cubicBezTo>
                <a:lnTo>
                  <a:pt x="113506" y="221853"/>
                </a:lnTo>
                <a:cubicBezTo>
                  <a:pt x="113506" y="227464"/>
                  <a:pt x="116537" y="232623"/>
                  <a:pt x="121439" y="235332"/>
                </a:cubicBezTo>
                <a:cubicBezTo>
                  <a:pt x="126340" y="238041"/>
                  <a:pt x="132273" y="237976"/>
                  <a:pt x="137110" y="235010"/>
                </a:cubicBezTo>
                <a:lnTo>
                  <a:pt x="229979" y="178256"/>
                </a:lnTo>
                <a:cubicBezTo>
                  <a:pt x="234558" y="175419"/>
                  <a:pt x="237396" y="170453"/>
                  <a:pt x="237396" y="165036"/>
                </a:cubicBezTo>
                <a:cubicBezTo>
                  <a:pt x="237396" y="159618"/>
                  <a:pt x="234558" y="154652"/>
                  <a:pt x="229979" y="151815"/>
                </a:cubicBezTo>
                <a:lnTo>
                  <a:pt x="137110" y="95061"/>
                </a:lnTo>
                <a:cubicBezTo>
                  <a:pt x="132338" y="92159"/>
                  <a:pt x="126340" y="92030"/>
                  <a:pt x="121439" y="94739"/>
                </a:cubicBez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1" name="Text 8"/>
          <p:cNvSpPr/>
          <p:nvPr/>
        </p:nvSpPr>
        <p:spPr>
          <a:xfrm>
            <a:off x="2603500" y="2286000"/>
            <a:ext cx="552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 Lectures</a:t>
            </a:r>
            <a:pPr algn="l">
              <a:lnSpc>
                <a:spcPct val="13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2-3 hours of content per week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371600" y="3238500"/>
            <a:ext cx="304800" cy="304800"/>
          </a:xfrm>
          <a:prstGeom prst="ellipse">
            <a:avLst/>
          </a:prstGeom>
          <a:solidFill>
            <a:srgbClr val="1B4F8F"/>
          </a:solidFill>
          <a:ln/>
        </p:spPr>
      </p:sp>
      <p:sp>
        <p:nvSpPr>
          <p:cNvPr id="13" name="Shape 10"/>
          <p:cNvSpPr/>
          <p:nvPr/>
        </p:nvSpPr>
        <p:spPr>
          <a:xfrm>
            <a:off x="1968500" y="3111500"/>
            <a:ext cx="6350000" cy="698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159000" y="32766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55033" y="0"/>
                </a:moveTo>
                <a:cubicBezTo>
                  <a:pt x="34797" y="0"/>
                  <a:pt x="18344" y="18509"/>
                  <a:pt x="18344" y="41275"/>
                </a:cubicBezTo>
                <a:lnTo>
                  <a:pt x="18344" y="288925"/>
                </a:lnTo>
                <a:cubicBezTo>
                  <a:pt x="18344" y="311691"/>
                  <a:pt x="34797" y="330200"/>
                  <a:pt x="55033" y="330200"/>
                </a:cubicBezTo>
                <a:lnTo>
                  <a:pt x="100894" y="330200"/>
                </a:lnTo>
                <a:lnTo>
                  <a:pt x="100894" y="257969"/>
                </a:lnTo>
                <a:cubicBezTo>
                  <a:pt x="100894" y="235203"/>
                  <a:pt x="117347" y="216694"/>
                  <a:pt x="137583" y="216694"/>
                </a:cubicBezTo>
                <a:lnTo>
                  <a:pt x="238478" y="216694"/>
                </a:lnTo>
                <a:lnTo>
                  <a:pt x="238478" y="109959"/>
                </a:lnTo>
                <a:cubicBezTo>
                  <a:pt x="238478" y="98996"/>
                  <a:pt x="234637" y="88483"/>
                  <a:pt x="227758" y="80744"/>
                </a:cubicBezTo>
                <a:lnTo>
                  <a:pt x="166648" y="12060"/>
                </a:lnTo>
                <a:cubicBezTo>
                  <a:pt x="159769" y="4321"/>
                  <a:pt x="150482" y="0"/>
                  <a:pt x="140736" y="0"/>
                </a:cubicBezTo>
                <a:lnTo>
                  <a:pt x="55033" y="0"/>
                </a:lnTo>
                <a:close/>
                <a:moveTo>
                  <a:pt x="204942" y="113506"/>
                </a:moveTo>
                <a:lnTo>
                  <a:pt x="151342" y="113506"/>
                </a:lnTo>
                <a:cubicBezTo>
                  <a:pt x="143717" y="113506"/>
                  <a:pt x="137583" y="106606"/>
                  <a:pt x="137583" y="98028"/>
                </a:cubicBezTo>
                <a:lnTo>
                  <a:pt x="137583" y="37728"/>
                </a:lnTo>
                <a:lnTo>
                  <a:pt x="204942" y="113506"/>
                </a:lnTo>
                <a:close/>
                <a:moveTo>
                  <a:pt x="137583" y="245070"/>
                </a:moveTo>
                <a:cubicBezTo>
                  <a:pt x="131277" y="245070"/>
                  <a:pt x="126118" y="250875"/>
                  <a:pt x="126118" y="257969"/>
                </a:cubicBezTo>
                <a:lnTo>
                  <a:pt x="126118" y="340519"/>
                </a:lnTo>
                <a:cubicBezTo>
                  <a:pt x="126118" y="347613"/>
                  <a:pt x="131277" y="353417"/>
                  <a:pt x="137583" y="353417"/>
                </a:cubicBezTo>
                <a:cubicBezTo>
                  <a:pt x="143889" y="353417"/>
                  <a:pt x="149049" y="347613"/>
                  <a:pt x="149049" y="340519"/>
                </a:cubicBezTo>
                <a:lnTo>
                  <a:pt x="149049" y="322461"/>
                </a:lnTo>
                <a:lnTo>
                  <a:pt x="155928" y="322461"/>
                </a:lnTo>
                <a:cubicBezTo>
                  <a:pt x="174903" y="322461"/>
                  <a:pt x="190324" y="305113"/>
                  <a:pt x="190324" y="283766"/>
                </a:cubicBezTo>
                <a:cubicBezTo>
                  <a:pt x="190324" y="262419"/>
                  <a:pt x="174903" y="245070"/>
                  <a:pt x="155928" y="245070"/>
                </a:cubicBezTo>
                <a:lnTo>
                  <a:pt x="137583" y="245070"/>
                </a:lnTo>
                <a:close/>
                <a:moveTo>
                  <a:pt x="155928" y="296664"/>
                </a:moveTo>
                <a:lnTo>
                  <a:pt x="149049" y="296664"/>
                </a:lnTo>
                <a:lnTo>
                  <a:pt x="149049" y="270867"/>
                </a:lnTo>
                <a:lnTo>
                  <a:pt x="155928" y="270867"/>
                </a:lnTo>
                <a:cubicBezTo>
                  <a:pt x="162234" y="270867"/>
                  <a:pt x="167393" y="276671"/>
                  <a:pt x="167393" y="283766"/>
                </a:cubicBezTo>
                <a:cubicBezTo>
                  <a:pt x="167393" y="290860"/>
                  <a:pt x="162234" y="296664"/>
                  <a:pt x="155928" y="296664"/>
                </a:cubicBezTo>
                <a:close/>
                <a:moveTo>
                  <a:pt x="210961" y="245070"/>
                </a:moveTo>
                <a:cubicBezTo>
                  <a:pt x="204655" y="245070"/>
                  <a:pt x="199496" y="250875"/>
                  <a:pt x="199496" y="257969"/>
                </a:cubicBezTo>
                <a:lnTo>
                  <a:pt x="199496" y="340519"/>
                </a:lnTo>
                <a:cubicBezTo>
                  <a:pt x="199496" y="347613"/>
                  <a:pt x="204655" y="353417"/>
                  <a:pt x="210961" y="353417"/>
                </a:cubicBezTo>
                <a:lnTo>
                  <a:pt x="229306" y="353417"/>
                </a:lnTo>
                <a:cubicBezTo>
                  <a:pt x="245758" y="353417"/>
                  <a:pt x="259115" y="338391"/>
                  <a:pt x="259115" y="319881"/>
                </a:cubicBezTo>
                <a:lnTo>
                  <a:pt x="259115" y="278606"/>
                </a:lnTo>
                <a:cubicBezTo>
                  <a:pt x="259115" y="260097"/>
                  <a:pt x="245758" y="245070"/>
                  <a:pt x="229306" y="245070"/>
                </a:cubicBezTo>
                <a:lnTo>
                  <a:pt x="210961" y="245070"/>
                </a:lnTo>
                <a:close/>
                <a:moveTo>
                  <a:pt x="222426" y="327620"/>
                </a:moveTo>
                <a:lnTo>
                  <a:pt x="222426" y="270867"/>
                </a:lnTo>
                <a:lnTo>
                  <a:pt x="229306" y="270867"/>
                </a:lnTo>
                <a:cubicBezTo>
                  <a:pt x="233089" y="270867"/>
                  <a:pt x="236185" y="274350"/>
                  <a:pt x="236185" y="278606"/>
                </a:cubicBezTo>
                <a:lnTo>
                  <a:pt x="236185" y="319881"/>
                </a:lnTo>
                <a:cubicBezTo>
                  <a:pt x="236185" y="324138"/>
                  <a:pt x="233089" y="327620"/>
                  <a:pt x="229306" y="327620"/>
                </a:cubicBezTo>
                <a:lnTo>
                  <a:pt x="222426" y="327620"/>
                </a:lnTo>
                <a:close/>
                <a:moveTo>
                  <a:pt x="272874" y="257969"/>
                </a:moveTo>
                <a:lnTo>
                  <a:pt x="272874" y="340519"/>
                </a:lnTo>
                <a:cubicBezTo>
                  <a:pt x="272874" y="347613"/>
                  <a:pt x="278033" y="353417"/>
                  <a:pt x="284339" y="353417"/>
                </a:cubicBezTo>
                <a:cubicBezTo>
                  <a:pt x="290645" y="353417"/>
                  <a:pt x="295804" y="347613"/>
                  <a:pt x="295804" y="340519"/>
                </a:cubicBezTo>
                <a:lnTo>
                  <a:pt x="295804" y="312142"/>
                </a:lnTo>
                <a:lnTo>
                  <a:pt x="311856" y="312142"/>
                </a:lnTo>
                <a:cubicBezTo>
                  <a:pt x="318161" y="312142"/>
                  <a:pt x="323321" y="306338"/>
                  <a:pt x="323321" y="299244"/>
                </a:cubicBezTo>
                <a:cubicBezTo>
                  <a:pt x="323321" y="292150"/>
                  <a:pt x="318161" y="286345"/>
                  <a:pt x="311856" y="286345"/>
                </a:cubicBezTo>
                <a:lnTo>
                  <a:pt x="295804" y="286345"/>
                </a:lnTo>
                <a:lnTo>
                  <a:pt x="295804" y="270867"/>
                </a:lnTo>
                <a:lnTo>
                  <a:pt x="311856" y="270867"/>
                </a:lnTo>
                <a:cubicBezTo>
                  <a:pt x="318161" y="270867"/>
                  <a:pt x="323321" y="265063"/>
                  <a:pt x="323321" y="257969"/>
                </a:cubicBezTo>
                <a:cubicBezTo>
                  <a:pt x="323321" y="250875"/>
                  <a:pt x="318161" y="245070"/>
                  <a:pt x="311856" y="245070"/>
                </a:cubicBezTo>
                <a:lnTo>
                  <a:pt x="284339" y="245070"/>
                </a:lnTo>
                <a:cubicBezTo>
                  <a:pt x="278033" y="245070"/>
                  <a:pt x="272874" y="250875"/>
                  <a:pt x="272874" y="257969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5" name="Text 12"/>
          <p:cNvSpPr/>
          <p:nvPr/>
        </p:nvSpPr>
        <p:spPr>
          <a:xfrm>
            <a:off x="2603500" y="3175000"/>
            <a:ext cx="552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PDF Transcripts</a:t>
            </a:r>
            <a:pPr algn="l">
              <a:lnSpc>
                <a:spcPct val="13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Downloadable for revision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371600" y="4127500"/>
            <a:ext cx="304800" cy="304800"/>
          </a:xfrm>
          <a:prstGeom prst="ellipse">
            <a:avLst/>
          </a:prstGeom>
          <a:solidFill>
            <a:srgbClr val="1B4F8F"/>
          </a:solidFill>
          <a:ln/>
        </p:spPr>
      </p:sp>
      <p:sp>
        <p:nvSpPr>
          <p:cNvPr id="17" name="Shape 14"/>
          <p:cNvSpPr/>
          <p:nvPr/>
        </p:nvSpPr>
        <p:spPr>
          <a:xfrm>
            <a:off x="1968500" y="4000500"/>
            <a:ext cx="6350000" cy="698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159000" y="41656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304145" y="13995"/>
                </a:moveTo>
                <a:cubicBezTo>
                  <a:pt x="290021" y="-129"/>
                  <a:pt x="267191" y="-129"/>
                  <a:pt x="253067" y="13995"/>
                </a:cubicBezTo>
                <a:lnTo>
                  <a:pt x="237331" y="29731"/>
                </a:lnTo>
                <a:lnTo>
                  <a:pt x="300469" y="92869"/>
                </a:lnTo>
                <a:lnTo>
                  <a:pt x="316205" y="77133"/>
                </a:lnTo>
                <a:cubicBezTo>
                  <a:pt x="330329" y="63009"/>
                  <a:pt x="330329" y="40179"/>
                  <a:pt x="316205" y="26055"/>
                </a:cubicBezTo>
                <a:lnTo>
                  <a:pt x="304145" y="13995"/>
                </a:lnTo>
                <a:close/>
                <a:moveTo>
                  <a:pt x="111185" y="155878"/>
                </a:moveTo>
                <a:cubicBezTo>
                  <a:pt x="107251" y="159812"/>
                  <a:pt x="104219" y="164649"/>
                  <a:pt x="102478" y="170001"/>
                </a:cubicBezTo>
                <a:lnTo>
                  <a:pt x="83388" y="227270"/>
                </a:lnTo>
                <a:cubicBezTo>
                  <a:pt x="81518" y="232817"/>
                  <a:pt x="83001" y="238944"/>
                  <a:pt x="87129" y="243136"/>
                </a:cubicBezTo>
                <a:cubicBezTo>
                  <a:pt x="91256" y="247328"/>
                  <a:pt x="97383" y="248746"/>
                  <a:pt x="102994" y="246876"/>
                </a:cubicBezTo>
                <a:lnTo>
                  <a:pt x="160263" y="227786"/>
                </a:lnTo>
                <a:cubicBezTo>
                  <a:pt x="165551" y="226045"/>
                  <a:pt x="170388" y="223014"/>
                  <a:pt x="174387" y="219080"/>
                </a:cubicBezTo>
                <a:lnTo>
                  <a:pt x="278606" y="114732"/>
                </a:lnTo>
                <a:lnTo>
                  <a:pt x="215468" y="51594"/>
                </a:lnTo>
                <a:lnTo>
                  <a:pt x="111185" y="155878"/>
                </a:lnTo>
                <a:close/>
                <a:moveTo>
                  <a:pt x="61912" y="41275"/>
                </a:moveTo>
                <a:cubicBezTo>
                  <a:pt x="27732" y="41275"/>
                  <a:pt x="0" y="69007"/>
                  <a:pt x="0" y="103188"/>
                </a:cubicBezTo>
                <a:lnTo>
                  <a:pt x="0" y="268288"/>
                </a:lnTo>
                <a:cubicBezTo>
                  <a:pt x="0" y="302468"/>
                  <a:pt x="27732" y="330200"/>
                  <a:pt x="61912" y="330200"/>
                </a:cubicBezTo>
                <a:lnTo>
                  <a:pt x="227013" y="330200"/>
                </a:lnTo>
                <a:cubicBezTo>
                  <a:pt x="261193" y="330200"/>
                  <a:pt x="288925" y="302468"/>
                  <a:pt x="288925" y="268288"/>
                </a:cubicBezTo>
                <a:lnTo>
                  <a:pt x="288925" y="206375"/>
                </a:lnTo>
                <a:cubicBezTo>
                  <a:pt x="288925" y="194960"/>
                  <a:pt x="279703" y="185738"/>
                  <a:pt x="268288" y="185738"/>
                </a:cubicBezTo>
                <a:cubicBezTo>
                  <a:pt x="256872" y="185738"/>
                  <a:pt x="247650" y="194960"/>
                  <a:pt x="247650" y="206375"/>
                </a:cubicBezTo>
                <a:lnTo>
                  <a:pt x="247650" y="268288"/>
                </a:lnTo>
                <a:cubicBezTo>
                  <a:pt x="247650" y="279703"/>
                  <a:pt x="238428" y="288925"/>
                  <a:pt x="227013" y="288925"/>
                </a:cubicBezTo>
                <a:lnTo>
                  <a:pt x="61912" y="288925"/>
                </a:lnTo>
                <a:cubicBezTo>
                  <a:pt x="50497" y="288925"/>
                  <a:pt x="41275" y="279703"/>
                  <a:pt x="41275" y="268288"/>
                </a:cubicBezTo>
                <a:lnTo>
                  <a:pt x="41275" y="103188"/>
                </a:lnTo>
                <a:cubicBezTo>
                  <a:pt x="41275" y="91772"/>
                  <a:pt x="50497" y="82550"/>
                  <a:pt x="61912" y="82550"/>
                </a:cubicBezTo>
                <a:lnTo>
                  <a:pt x="123825" y="82550"/>
                </a:lnTo>
                <a:cubicBezTo>
                  <a:pt x="135240" y="82550"/>
                  <a:pt x="144463" y="73328"/>
                  <a:pt x="144463" y="61912"/>
                </a:cubicBezTo>
                <a:cubicBezTo>
                  <a:pt x="144463" y="50497"/>
                  <a:pt x="135240" y="41275"/>
                  <a:pt x="123825" y="41275"/>
                </a:cubicBezTo>
                <a:lnTo>
                  <a:pt x="61912" y="41275"/>
                </a:ln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9" name="Text 16"/>
          <p:cNvSpPr/>
          <p:nvPr/>
        </p:nvSpPr>
        <p:spPr>
          <a:xfrm>
            <a:off x="2603500" y="4064000"/>
            <a:ext cx="552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Weekly Quiz</a:t>
            </a:r>
            <a:pPr algn="l">
              <a:lnSpc>
                <a:spcPct val="13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Assignment due every Sunday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371600" y="5016500"/>
            <a:ext cx="304800" cy="304800"/>
          </a:xfrm>
          <a:prstGeom prst="ellipse">
            <a:avLst/>
          </a:prstGeom>
          <a:solidFill>
            <a:srgbClr val="1B4F8F"/>
          </a:solidFill>
          <a:ln/>
        </p:spPr>
      </p:sp>
      <p:sp>
        <p:nvSpPr>
          <p:cNvPr id="21" name="Shape 18"/>
          <p:cNvSpPr/>
          <p:nvPr/>
        </p:nvSpPr>
        <p:spPr>
          <a:xfrm>
            <a:off x="1968500" y="4889500"/>
            <a:ext cx="6350000" cy="698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159000" y="50546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220133" y="92869"/>
                </a:moveTo>
                <a:cubicBezTo>
                  <a:pt x="220133" y="155555"/>
                  <a:pt x="170833" y="206375"/>
                  <a:pt x="110067" y="206375"/>
                </a:cubicBezTo>
                <a:cubicBezTo>
                  <a:pt x="94761" y="206375"/>
                  <a:pt x="80200" y="203150"/>
                  <a:pt x="66957" y="197346"/>
                </a:cubicBezTo>
                <a:lnTo>
                  <a:pt x="20179" y="225207"/>
                </a:lnTo>
                <a:cubicBezTo>
                  <a:pt x="14848" y="228367"/>
                  <a:pt x="8312" y="227270"/>
                  <a:pt x="4013" y="222498"/>
                </a:cubicBezTo>
                <a:cubicBezTo>
                  <a:pt x="-287" y="217726"/>
                  <a:pt x="-1261" y="210309"/>
                  <a:pt x="1605" y="204311"/>
                </a:cubicBezTo>
                <a:lnTo>
                  <a:pt x="22013" y="160973"/>
                </a:lnTo>
                <a:cubicBezTo>
                  <a:pt x="8198" y="142012"/>
                  <a:pt x="0" y="118408"/>
                  <a:pt x="0" y="92869"/>
                </a:cubicBezTo>
                <a:cubicBezTo>
                  <a:pt x="0" y="30182"/>
                  <a:pt x="49301" y="-20637"/>
                  <a:pt x="110067" y="-20637"/>
                </a:cubicBezTo>
                <a:cubicBezTo>
                  <a:pt x="170833" y="-20637"/>
                  <a:pt x="220133" y="30182"/>
                  <a:pt x="220133" y="92869"/>
                </a:cubicBezTo>
                <a:close/>
                <a:moveTo>
                  <a:pt x="220133" y="330200"/>
                </a:moveTo>
                <a:cubicBezTo>
                  <a:pt x="166189" y="330200"/>
                  <a:pt x="121303" y="290150"/>
                  <a:pt x="111901" y="237331"/>
                </a:cubicBezTo>
                <a:cubicBezTo>
                  <a:pt x="180693" y="236364"/>
                  <a:pt x="240484" y="181288"/>
                  <a:pt x="247077" y="106606"/>
                </a:cubicBezTo>
                <a:cubicBezTo>
                  <a:pt x="294830" y="118988"/>
                  <a:pt x="330200" y="163552"/>
                  <a:pt x="330200" y="216694"/>
                </a:cubicBezTo>
                <a:cubicBezTo>
                  <a:pt x="330200" y="242233"/>
                  <a:pt x="322002" y="265837"/>
                  <a:pt x="308187" y="284798"/>
                </a:cubicBezTo>
                <a:lnTo>
                  <a:pt x="328595" y="328136"/>
                </a:lnTo>
                <a:cubicBezTo>
                  <a:pt x="331404" y="334134"/>
                  <a:pt x="330429" y="341486"/>
                  <a:pt x="326187" y="346323"/>
                </a:cubicBezTo>
                <a:cubicBezTo>
                  <a:pt x="321945" y="351160"/>
                  <a:pt x="315352" y="352256"/>
                  <a:pt x="310021" y="349032"/>
                </a:cubicBezTo>
                <a:lnTo>
                  <a:pt x="263243" y="321171"/>
                </a:lnTo>
                <a:cubicBezTo>
                  <a:pt x="250000" y="326975"/>
                  <a:pt x="235439" y="330200"/>
                  <a:pt x="220133" y="330200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23" name="Text 20"/>
          <p:cNvSpPr/>
          <p:nvPr/>
        </p:nvSpPr>
        <p:spPr>
          <a:xfrm>
            <a:off x="2603500" y="4953000"/>
            <a:ext cx="552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Discussion Forum</a:t>
            </a:r>
            <a:pPr algn="l">
              <a:lnSpc>
                <a:spcPct val="13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Ask doubts, share insights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1371600" y="5905500"/>
            <a:ext cx="304800" cy="30480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25" name="Shape 22"/>
          <p:cNvSpPr/>
          <p:nvPr/>
        </p:nvSpPr>
        <p:spPr>
          <a:xfrm>
            <a:off x="1968500" y="5778500"/>
            <a:ext cx="6350000" cy="698500"/>
          </a:xfrm>
          <a:prstGeom prst="roundRect">
            <a:avLst>
              <a:gd name="adj" fmla="val 8000"/>
            </a:avLst>
          </a:prstGeom>
          <a:solidFill>
            <a:srgbClr val="1B4F8F"/>
          </a:solidFill>
          <a:ln/>
          <a:effectLst>
            <a:outerShdw sx="100000" sy="100000" kx="0" ky="0" algn="bl" rotWithShape="0" blurRad="76200" dist="25400" dir="5400000">
              <a:srgbClr val="1b4f8f">
                <a:alpha val="18824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159000" y="59436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309627" y="123825"/>
                </a:moveTo>
                <a:lnTo>
                  <a:pt x="314722" y="123825"/>
                </a:lnTo>
                <a:cubicBezTo>
                  <a:pt x="323299" y="123825"/>
                  <a:pt x="330200" y="116924"/>
                  <a:pt x="330200" y="108347"/>
                </a:cubicBezTo>
                <a:lnTo>
                  <a:pt x="330200" y="15478"/>
                </a:lnTo>
                <a:cubicBezTo>
                  <a:pt x="330200" y="9222"/>
                  <a:pt x="326459" y="3547"/>
                  <a:pt x="320655" y="1161"/>
                </a:cubicBezTo>
                <a:cubicBezTo>
                  <a:pt x="314851" y="-1225"/>
                  <a:pt x="308208" y="129"/>
                  <a:pt x="303758" y="4514"/>
                </a:cubicBezTo>
                <a:lnTo>
                  <a:pt x="270416" y="37921"/>
                </a:lnTo>
                <a:cubicBezTo>
                  <a:pt x="241846" y="14253"/>
                  <a:pt x="205085" y="0"/>
                  <a:pt x="165100" y="0"/>
                </a:cubicBezTo>
                <a:cubicBezTo>
                  <a:pt x="81905" y="0"/>
                  <a:pt x="13092" y="61526"/>
                  <a:pt x="1677" y="141560"/>
                </a:cubicBezTo>
                <a:cubicBezTo>
                  <a:pt x="64" y="152846"/>
                  <a:pt x="7868" y="163294"/>
                  <a:pt x="19154" y="164907"/>
                </a:cubicBezTo>
                <a:cubicBezTo>
                  <a:pt x="30440" y="166519"/>
                  <a:pt x="40888" y="158651"/>
                  <a:pt x="42500" y="147429"/>
                </a:cubicBezTo>
                <a:cubicBezTo>
                  <a:pt x="51078" y="87387"/>
                  <a:pt x="102736" y="41275"/>
                  <a:pt x="165100" y="41275"/>
                </a:cubicBezTo>
                <a:cubicBezTo>
                  <a:pt x="193735" y="41275"/>
                  <a:pt x="220047" y="50949"/>
                  <a:pt x="241007" y="67265"/>
                </a:cubicBezTo>
                <a:lnTo>
                  <a:pt x="210889" y="97383"/>
                </a:lnTo>
                <a:cubicBezTo>
                  <a:pt x="206439" y="101833"/>
                  <a:pt x="205150" y="108476"/>
                  <a:pt x="207536" y="114280"/>
                </a:cubicBezTo>
                <a:cubicBezTo>
                  <a:pt x="209922" y="120084"/>
                  <a:pt x="215597" y="123825"/>
                  <a:pt x="221853" y="123825"/>
                </a:cubicBezTo>
                <a:lnTo>
                  <a:pt x="309627" y="123825"/>
                </a:lnTo>
                <a:close/>
                <a:moveTo>
                  <a:pt x="328588" y="188640"/>
                </a:moveTo>
                <a:cubicBezTo>
                  <a:pt x="330200" y="177354"/>
                  <a:pt x="322332" y="166906"/>
                  <a:pt x="311110" y="165293"/>
                </a:cubicBezTo>
                <a:cubicBezTo>
                  <a:pt x="299889" y="163681"/>
                  <a:pt x="289376" y="171549"/>
                  <a:pt x="287764" y="182771"/>
                </a:cubicBezTo>
                <a:cubicBezTo>
                  <a:pt x="279187" y="242749"/>
                  <a:pt x="227528" y="288861"/>
                  <a:pt x="165164" y="288861"/>
                </a:cubicBezTo>
                <a:cubicBezTo>
                  <a:pt x="136530" y="288861"/>
                  <a:pt x="110217" y="279187"/>
                  <a:pt x="89257" y="262870"/>
                </a:cubicBezTo>
                <a:lnTo>
                  <a:pt x="119311" y="232817"/>
                </a:lnTo>
                <a:cubicBezTo>
                  <a:pt x="123761" y="228367"/>
                  <a:pt x="125050" y="221724"/>
                  <a:pt x="122664" y="215920"/>
                </a:cubicBezTo>
                <a:cubicBezTo>
                  <a:pt x="120278" y="210116"/>
                  <a:pt x="114603" y="206375"/>
                  <a:pt x="108347" y="206375"/>
                </a:cubicBezTo>
                <a:lnTo>
                  <a:pt x="15478" y="206375"/>
                </a:lnTo>
                <a:cubicBezTo>
                  <a:pt x="6901" y="206375"/>
                  <a:pt x="0" y="213276"/>
                  <a:pt x="0" y="221853"/>
                </a:cubicBezTo>
                <a:lnTo>
                  <a:pt x="0" y="314722"/>
                </a:lnTo>
                <a:cubicBezTo>
                  <a:pt x="0" y="320978"/>
                  <a:pt x="3741" y="326653"/>
                  <a:pt x="9545" y="329039"/>
                </a:cubicBezTo>
                <a:cubicBezTo>
                  <a:pt x="15349" y="331425"/>
                  <a:pt x="21992" y="330071"/>
                  <a:pt x="26442" y="325686"/>
                </a:cubicBezTo>
                <a:lnTo>
                  <a:pt x="59849" y="292279"/>
                </a:lnTo>
                <a:cubicBezTo>
                  <a:pt x="88354" y="315947"/>
                  <a:pt x="125115" y="330200"/>
                  <a:pt x="165100" y="330200"/>
                </a:cubicBezTo>
                <a:cubicBezTo>
                  <a:pt x="248295" y="330200"/>
                  <a:pt x="317108" y="268674"/>
                  <a:pt x="328523" y="18864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2603500" y="5842000"/>
            <a:ext cx="552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Repeat for 8 Weeks</a:t>
            </a:r>
            <a:pPr algn="l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Then write final exam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890000" y="1460500"/>
            <a:ext cx="6604000" cy="533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275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9271000" y="17145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Commitment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9271000" y="2184400"/>
            <a:ext cx="5842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31" name="Shape 28"/>
          <p:cNvSpPr/>
          <p:nvPr/>
        </p:nvSpPr>
        <p:spPr>
          <a:xfrm>
            <a:off x="9271000" y="2476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ubicBezTo>
                  <a:pt x="0" y="79670"/>
                  <a:pt x="79670" y="0"/>
                  <a:pt x="177800" y="0"/>
                </a:cubicBezTo>
                <a:close/>
                <a:moveTo>
                  <a:pt x="161131" y="83344"/>
                </a:moveTo>
                <a:lnTo>
                  <a:pt x="161131" y="177800"/>
                </a:lnTo>
                <a:cubicBezTo>
                  <a:pt x="161131" y="183356"/>
                  <a:pt x="163909" y="188565"/>
                  <a:pt x="168563" y="191691"/>
                </a:cubicBezTo>
                <a:lnTo>
                  <a:pt x="235238" y="236141"/>
                </a:lnTo>
                <a:cubicBezTo>
                  <a:pt x="242878" y="241280"/>
                  <a:pt x="253226" y="239197"/>
                  <a:pt x="258366" y="231487"/>
                </a:cubicBezTo>
                <a:cubicBezTo>
                  <a:pt x="263505" y="223778"/>
                  <a:pt x="261422" y="213499"/>
                  <a:pt x="253712" y="208359"/>
                </a:cubicBezTo>
                <a:lnTo>
                  <a:pt x="194469" y="168910"/>
                </a:lnTo>
                <a:lnTo>
                  <a:pt x="194469" y="83344"/>
                </a:lnTo>
                <a:cubicBezTo>
                  <a:pt x="194469" y="74106"/>
                  <a:pt x="187037" y="66675"/>
                  <a:pt x="177800" y="66675"/>
                </a:cubicBezTo>
                <a:cubicBezTo>
                  <a:pt x="168563" y="66675"/>
                  <a:pt x="161131" y="74106"/>
                  <a:pt x="161131" y="83344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32" name="Text 29"/>
          <p:cNvSpPr/>
          <p:nvPr/>
        </p:nvSpPr>
        <p:spPr>
          <a:xfrm>
            <a:off x="9779000" y="2413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 Lectures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9779000" y="2730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2-3 hours per week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9271000" y="3302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45100" y="14724"/>
                </a:moveTo>
                <a:lnTo>
                  <a:pt x="213916" y="45909"/>
                </a:lnTo>
                <a:lnTo>
                  <a:pt x="309691" y="141684"/>
                </a:lnTo>
                <a:lnTo>
                  <a:pt x="340876" y="110500"/>
                </a:lnTo>
                <a:cubicBezTo>
                  <a:pt x="350322" y="101124"/>
                  <a:pt x="355600" y="88344"/>
                  <a:pt x="355600" y="75009"/>
                </a:cubicBezTo>
                <a:cubicBezTo>
                  <a:pt x="355600" y="61674"/>
                  <a:pt x="350322" y="48895"/>
                  <a:pt x="340876" y="39519"/>
                </a:cubicBezTo>
                <a:lnTo>
                  <a:pt x="316081" y="14724"/>
                </a:lnTo>
                <a:cubicBezTo>
                  <a:pt x="306705" y="5278"/>
                  <a:pt x="293926" y="0"/>
                  <a:pt x="280591" y="0"/>
                </a:cubicBezTo>
                <a:cubicBezTo>
                  <a:pt x="267256" y="0"/>
                  <a:pt x="254476" y="5278"/>
                  <a:pt x="245100" y="14724"/>
                </a:cubicBezTo>
                <a:close/>
                <a:moveTo>
                  <a:pt x="190371" y="69453"/>
                </a:moveTo>
                <a:lnTo>
                  <a:pt x="40908" y="218847"/>
                </a:lnTo>
                <a:cubicBezTo>
                  <a:pt x="33476" y="226278"/>
                  <a:pt x="28059" y="235585"/>
                  <a:pt x="25211" y="245725"/>
                </a:cubicBezTo>
                <a:lnTo>
                  <a:pt x="625" y="334486"/>
                </a:lnTo>
                <a:cubicBezTo>
                  <a:pt x="-972" y="340251"/>
                  <a:pt x="625" y="346502"/>
                  <a:pt x="4931" y="350738"/>
                </a:cubicBezTo>
                <a:cubicBezTo>
                  <a:pt x="9237" y="354975"/>
                  <a:pt x="15419" y="356642"/>
                  <a:pt x="21183" y="355044"/>
                </a:cubicBezTo>
                <a:lnTo>
                  <a:pt x="109944" y="330389"/>
                </a:lnTo>
                <a:cubicBezTo>
                  <a:pt x="120084" y="327541"/>
                  <a:pt x="129322" y="322193"/>
                  <a:pt x="136823" y="314692"/>
                </a:cubicBezTo>
                <a:lnTo>
                  <a:pt x="286147" y="165229"/>
                </a:lnTo>
                <a:lnTo>
                  <a:pt x="190371" y="69453"/>
                </a:ln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35" name="Text 32"/>
          <p:cNvSpPr/>
          <p:nvPr/>
        </p:nvSpPr>
        <p:spPr>
          <a:xfrm>
            <a:off x="9779000" y="3238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Assignment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9779000" y="3556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30-45 minutes per week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9271000" y="412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11112"/>
                </a:moveTo>
                <a:cubicBezTo>
                  <a:pt x="209692" y="11112"/>
                  <a:pt x="235585" y="43478"/>
                  <a:pt x="235585" y="83344"/>
                </a:cubicBezTo>
                <a:cubicBezTo>
                  <a:pt x="235585" y="123209"/>
                  <a:pt x="209692" y="155575"/>
                  <a:pt x="177800" y="155575"/>
                </a:cubicBezTo>
                <a:cubicBezTo>
                  <a:pt x="145908" y="155575"/>
                  <a:pt x="120015" y="123209"/>
                  <a:pt x="120015" y="83344"/>
                </a:cubicBezTo>
                <a:cubicBezTo>
                  <a:pt x="120015" y="43478"/>
                  <a:pt x="145908" y="11113"/>
                  <a:pt x="177800" y="11112"/>
                </a:cubicBezTo>
                <a:close/>
                <a:moveTo>
                  <a:pt x="53340" y="61119"/>
                </a:moveTo>
                <a:cubicBezTo>
                  <a:pt x="75419" y="61119"/>
                  <a:pt x="93345" y="83526"/>
                  <a:pt x="93345" y="111125"/>
                </a:cubicBezTo>
                <a:cubicBezTo>
                  <a:pt x="93345" y="138724"/>
                  <a:pt x="75419" y="161131"/>
                  <a:pt x="53340" y="161131"/>
                </a:cubicBezTo>
                <a:cubicBezTo>
                  <a:pt x="31261" y="161131"/>
                  <a:pt x="13335" y="138724"/>
                  <a:pt x="13335" y="111125"/>
                </a:cubicBezTo>
                <a:cubicBezTo>
                  <a:pt x="13335" y="83526"/>
                  <a:pt x="31261" y="61119"/>
                  <a:pt x="53340" y="61119"/>
                </a:cubicBezTo>
                <a:close/>
                <a:moveTo>
                  <a:pt x="0" y="288925"/>
                </a:moveTo>
                <a:cubicBezTo>
                  <a:pt x="0" y="239822"/>
                  <a:pt x="31837" y="200025"/>
                  <a:pt x="71120" y="200025"/>
                </a:cubicBezTo>
                <a:cubicBezTo>
                  <a:pt x="78232" y="200025"/>
                  <a:pt x="85122" y="201345"/>
                  <a:pt x="91623" y="203775"/>
                </a:cubicBezTo>
                <a:cubicBezTo>
                  <a:pt x="73343" y="229334"/>
                  <a:pt x="62230" y="263088"/>
                  <a:pt x="62230" y="300038"/>
                </a:cubicBezTo>
                <a:lnTo>
                  <a:pt x="62230" y="311150"/>
                </a:lnTo>
                <a:cubicBezTo>
                  <a:pt x="62230" y="319068"/>
                  <a:pt x="63564" y="326569"/>
                  <a:pt x="65953" y="333375"/>
                </a:cubicBezTo>
                <a:lnTo>
                  <a:pt x="17780" y="333375"/>
                </a:lnTo>
                <a:cubicBezTo>
                  <a:pt x="7945" y="333375"/>
                  <a:pt x="0" y="323443"/>
                  <a:pt x="0" y="311150"/>
                </a:cubicBezTo>
                <a:lnTo>
                  <a:pt x="0" y="288925"/>
                </a:lnTo>
                <a:close/>
                <a:moveTo>
                  <a:pt x="289647" y="333375"/>
                </a:moveTo>
                <a:cubicBezTo>
                  <a:pt x="292036" y="326569"/>
                  <a:pt x="293370" y="319068"/>
                  <a:pt x="293370" y="311150"/>
                </a:cubicBezTo>
                <a:lnTo>
                  <a:pt x="293370" y="300038"/>
                </a:lnTo>
                <a:cubicBezTo>
                  <a:pt x="293370" y="263088"/>
                  <a:pt x="282257" y="229334"/>
                  <a:pt x="263977" y="203775"/>
                </a:cubicBezTo>
                <a:cubicBezTo>
                  <a:pt x="270478" y="201345"/>
                  <a:pt x="277368" y="200025"/>
                  <a:pt x="284480" y="200025"/>
                </a:cubicBezTo>
                <a:cubicBezTo>
                  <a:pt x="323763" y="200025"/>
                  <a:pt x="355600" y="239822"/>
                  <a:pt x="355600" y="288925"/>
                </a:cubicBezTo>
                <a:lnTo>
                  <a:pt x="355600" y="311150"/>
                </a:lnTo>
                <a:cubicBezTo>
                  <a:pt x="355600" y="323443"/>
                  <a:pt x="347655" y="333375"/>
                  <a:pt x="337820" y="333375"/>
                </a:cubicBezTo>
                <a:lnTo>
                  <a:pt x="289647" y="333375"/>
                </a:lnTo>
                <a:close/>
                <a:moveTo>
                  <a:pt x="262255" y="111125"/>
                </a:moveTo>
                <a:cubicBezTo>
                  <a:pt x="262255" y="83526"/>
                  <a:pt x="280181" y="61119"/>
                  <a:pt x="302260" y="61119"/>
                </a:cubicBezTo>
                <a:cubicBezTo>
                  <a:pt x="324339" y="61119"/>
                  <a:pt x="342265" y="83526"/>
                  <a:pt x="342265" y="111125"/>
                </a:cubicBezTo>
                <a:cubicBezTo>
                  <a:pt x="342265" y="138724"/>
                  <a:pt x="324339" y="161131"/>
                  <a:pt x="302260" y="161131"/>
                </a:cubicBezTo>
                <a:cubicBezTo>
                  <a:pt x="280181" y="161131"/>
                  <a:pt x="262255" y="138724"/>
                  <a:pt x="262255" y="111125"/>
                </a:cubicBezTo>
                <a:close/>
                <a:moveTo>
                  <a:pt x="88900" y="300038"/>
                </a:moveTo>
                <a:cubicBezTo>
                  <a:pt x="88900" y="238641"/>
                  <a:pt x="128683" y="188913"/>
                  <a:pt x="177800" y="188913"/>
                </a:cubicBezTo>
                <a:cubicBezTo>
                  <a:pt x="226917" y="188913"/>
                  <a:pt x="266700" y="238641"/>
                  <a:pt x="266700" y="300038"/>
                </a:cubicBezTo>
                <a:lnTo>
                  <a:pt x="266700" y="311150"/>
                </a:lnTo>
                <a:cubicBezTo>
                  <a:pt x="266700" y="323443"/>
                  <a:pt x="258755" y="333375"/>
                  <a:pt x="248920" y="333375"/>
                </a:cubicBezTo>
                <a:lnTo>
                  <a:pt x="106680" y="333375"/>
                </a:lnTo>
                <a:cubicBezTo>
                  <a:pt x="96845" y="333375"/>
                  <a:pt x="88900" y="323443"/>
                  <a:pt x="88900" y="311150"/>
                </a:cubicBezTo>
                <a:lnTo>
                  <a:pt x="88900" y="300038"/>
                </a:ln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38" name="Text 35"/>
          <p:cNvSpPr/>
          <p:nvPr/>
        </p:nvSpPr>
        <p:spPr>
          <a:xfrm>
            <a:off x="9779000" y="4064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Forum Reading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9779000" y="4381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15-20 minutes per week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9271000" y="5080000"/>
            <a:ext cx="5842000" cy="7620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/>
        </p:spPr>
      </p:sp>
      <p:sp>
        <p:nvSpPr>
          <p:cNvPr id="41" name="Text 38"/>
          <p:cNvSpPr/>
          <p:nvPr/>
        </p:nvSpPr>
        <p:spPr>
          <a:xfrm>
            <a:off x="9525000" y="5143500"/>
            <a:ext cx="533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Total: ~4 hours per week only!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NPTEL | IITs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/ 43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508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Assignments &amp; Discussion Forum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2000" y="1079500"/>
            <a:ext cx="762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2"/>
          <p:cNvSpPr/>
          <p:nvPr/>
        </p:nvSpPr>
        <p:spPr>
          <a:xfrm>
            <a:off x="762000" y="1460500"/>
            <a:ext cx="71120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275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79500" y="1714500"/>
            <a:ext cx="2032000" cy="381000"/>
          </a:xfrm>
          <a:prstGeom prst="roundRect">
            <a:avLst>
              <a:gd name="adj" fmla="val 50000"/>
            </a:avLst>
          </a:prstGeom>
          <a:solidFill>
            <a:srgbClr val="E87722"/>
          </a:solidFill>
          <a:ln/>
        </p:spPr>
      </p:sp>
      <p:sp>
        <p:nvSpPr>
          <p:cNvPr id="7" name="Text 4"/>
          <p:cNvSpPr/>
          <p:nvPr/>
        </p:nvSpPr>
        <p:spPr>
          <a:xfrm>
            <a:off x="1079500" y="17145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WEEKLY QUIZZES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79500" y="2286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0000"/>
              </a:lnSpc>
            </a:pPr>
            <a:r>
              <a:rPr lang="en-US" sz="4200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25%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1079500" y="2921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final score from assignments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79500" y="3429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6516" y="34776"/>
                </a:moveTo>
                <a:cubicBezTo>
                  <a:pt x="254624" y="39936"/>
                  <a:pt x="256438" y="49857"/>
                  <a:pt x="250542" y="56952"/>
                </a:cubicBezTo>
                <a:lnTo>
                  <a:pt x="105399" y="231577"/>
                </a:lnTo>
                <a:cubicBezTo>
                  <a:pt x="102280" y="235347"/>
                  <a:pt x="97461" y="237679"/>
                  <a:pt x="92132" y="238075"/>
                </a:cubicBezTo>
                <a:cubicBezTo>
                  <a:pt x="86802" y="238472"/>
                  <a:pt x="81643" y="236736"/>
                  <a:pt x="77901" y="233462"/>
                </a:cubicBezTo>
                <a:lnTo>
                  <a:pt x="5329" y="169962"/>
                </a:lnTo>
                <a:cubicBezTo>
                  <a:pt x="-1758" y="163761"/>
                  <a:pt x="-1758" y="153690"/>
                  <a:pt x="5329" y="147489"/>
                </a:cubicBezTo>
                <a:cubicBezTo>
                  <a:pt x="12417" y="141288"/>
                  <a:pt x="23926" y="141288"/>
                  <a:pt x="31013" y="147489"/>
                </a:cubicBezTo>
                <a:lnTo>
                  <a:pt x="88560" y="197842"/>
                </a:lnTo>
                <a:lnTo>
                  <a:pt x="221229" y="38249"/>
                </a:lnTo>
                <a:cubicBezTo>
                  <a:pt x="227126" y="31155"/>
                  <a:pt x="238465" y="29567"/>
                  <a:pt x="246573" y="34727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1" name="Text 8"/>
          <p:cNvSpPr/>
          <p:nvPr/>
        </p:nvSpPr>
        <p:spPr>
          <a:xfrm>
            <a:off x="1460500" y="3390900"/>
            <a:ext cx="609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attempts allowed — best score counts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79500" y="3810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6516" y="34776"/>
                </a:moveTo>
                <a:cubicBezTo>
                  <a:pt x="254624" y="39936"/>
                  <a:pt x="256438" y="49857"/>
                  <a:pt x="250542" y="56952"/>
                </a:cubicBezTo>
                <a:lnTo>
                  <a:pt x="105399" y="231577"/>
                </a:lnTo>
                <a:cubicBezTo>
                  <a:pt x="102280" y="235347"/>
                  <a:pt x="97461" y="237679"/>
                  <a:pt x="92132" y="238075"/>
                </a:cubicBezTo>
                <a:cubicBezTo>
                  <a:pt x="86802" y="238472"/>
                  <a:pt x="81643" y="236736"/>
                  <a:pt x="77901" y="233462"/>
                </a:cubicBezTo>
                <a:lnTo>
                  <a:pt x="5329" y="169962"/>
                </a:lnTo>
                <a:cubicBezTo>
                  <a:pt x="-1758" y="163761"/>
                  <a:pt x="-1758" y="153690"/>
                  <a:pt x="5329" y="147489"/>
                </a:cubicBezTo>
                <a:cubicBezTo>
                  <a:pt x="12417" y="141288"/>
                  <a:pt x="23926" y="141288"/>
                  <a:pt x="31013" y="147489"/>
                </a:cubicBezTo>
                <a:lnTo>
                  <a:pt x="88560" y="197842"/>
                </a:lnTo>
                <a:lnTo>
                  <a:pt x="221229" y="38249"/>
                </a:lnTo>
                <a:cubicBezTo>
                  <a:pt x="227126" y="31155"/>
                  <a:pt x="238465" y="29567"/>
                  <a:pt x="246573" y="34727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3" name="Text 10"/>
          <p:cNvSpPr/>
          <p:nvPr/>
        </p:nvSpPr>
        <p:spPr>
          <a:xfrm>
            <a:off x="1460500" y="3771900"/>
            <a:ext cx="609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Due every Sunday — plan your week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079500" y="4191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6516" y="34776"/>
                </a:moveTo>
                <a:cubicBezTo>
                  <a:pt x="254624" y="39936"/>
                  <a:pt x="256438" y="49857"/>
                  <a:pt x="250542" y="56952"/>
                </a:cubicBezTo>
                <a:lnTo>
                  <a:pt x="105399" y="231577"/>
                </a:lnTo>
                <a:cubicBezTo>
                  <a:pt x="102280" y="235347"/>
                  <a:pt x="97461" y="237679"/>
                  <a:pt x="92132" y="238075"/>
                </a:cubicBezTo>
                <a:cubicBezTo>
                  <a:pt x="86802" y="238472"/>
                  <a:pt x="81643" y="236736"/>
                  <a:pt x="77901" y="233462"/>
                </a:cubicBezTo>
                <a:lnTo>
                  <a:pt x="5329" y="169962"/>
                </a:lnTo>
                <a:cubicBezTo>
                  <a:pt x="-1758" y="163761"/>
                  <a:pt x="-1758" y="153690"/>
                  <a:pt x="5329" y="147489"/>
                </a:cubicBezTo>
                <a:cubicBezTo>
                  <a:pt x="12417" y="141288"/>
                  <a:pt x="23926" y="141288"/>
                  <a:pt x="31013" y="147489"/>
                </a:cubicBezTo>
                <a:lnTo>
                  <a:pt x="88560" y="197842"/>
                </a:lnTo>
                <a:lnTo>
                  <a:pt x="221229" y="38249"/>
                </a:lnTo>
                <a:cubicBezTo>
                  <a:pt x="227126" y="31155"/>
                  <a:pt x="238465" y="29567"/>
                  <a:pt x="246573" y="34727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5" name="Text 12"/>
          <p:cNvSpPr/>
          <p:nvPr/>
        </p:nvSpPr>
        <p:spPr>
          <a:xfrm>
            <a:off x="1460500" y="4152900"/>
            <a:ext cx="609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feedback with solutions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255000" y="1460500"/>
            <a:ext cx="7239000" cy="3556000"/>
          </a:xfrm>
          <a:prstGeom prst="roundRect">
            <a:avLst>
              <a:gd name="adj" fmla="val 8000"/>
            </a:avLst>
          </a:prstGeom>
          <a:solidFill>
            <a:srgbClr val="1B4F8F"/>
          </a:solidFill>
          <a:ln/>
          <a:effectLst>
            <a:outerShdw sx="100000" sy="100000" kx="0" ky="0" algn="bl" rotWithShape="0" blurRad="127000" dist="38100" dir="5400000">
              <a:srgbClr val="1b4f8f">
                <a:alpha val="18824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572500" y="1714500"/>
            <a:ext cx="2540000" cy="381000"/>
          </a:xfrm>
          <a:prstGeom prst="roundRect">
            <a:avLst>
              <a:gd name="adj" fmla="val 50000"/>
            </a:avLst>
          </a:prstGeom>
          <a:solidFill>
            <a:srgbClr val="E87722"/>
          </a:solidFill>
          <a:ln/>
        </p:spPr>
      </p:sp>
      <p:sp>
        <p:nvSpPr>
          <p:cNvPr id="18" name="Text 15"/>
          <p:cNvSpPr/>
          <p:nvPr/>
        </p:nvSpPr>
        <p:spPr>
          <a:xfrm>
            <a:off x="8572500" y="1714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DISCUSSION FORUM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572500" y="2349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38667" y="142875"/>
                </a:moveTo>
                <a:cubicBezTo>
                  <a:pt x="338667" y="239316"/>
                  <a:pt x="262819" y="317500"/>
                  <a:pt x="169333" y="317500"/>
                </a:cubicBezTo>
                <a:cubicBezTo>
                  <a:pt x="145785" y="317500"/>
                  <a:pt x="123384" y="312539"/>
                  <a:pt x="103011" y="303609"/>
                </a:cubicBezTo>
                <a:lnTo>
                  <a:pt x="31044" y="346472"/>
                </a:lnTo>
                <a:cubicBezTo>
                  <a:pt x="22842" y="351334"/>
                  <a:pt x="12788" y="349647"/>
                  <a:pt x="6174" y="342305"/>
                </a:cubicBezTo>
                <a:cubicBezTo>
                  <a:pt x="-441" y="334963"/>
                  <a:pt x="-1940" y="323552"/>
                  <a:pt x="2469" y="314325"/>
                </a:cubicBezTo>
                <a:lnTo>
                  <a:pt x="33867" y="247650"/>
                </a:lnTo>
                <a:cubicBezTo>
                  <a:pt x="12612" y="218480"/>
                  <a:pt x="0" y="182166"/>
                  <a:pt x="0" y="142875"/>
                </a:cubicBezTo>
                <a:cubicBezTo>
                  <a:pt x="0" y="46434"/>
                  <a:pt x="75847" y="-31750"/>
                  <a:pt x="169333" y="-31750"/>
                </a:cubicBezTo>
                <a:cubicBezTo>
                  <a:pt x="262819" y="-31750"/>
                  <a:pt x="338667" y="46434"/>
                  <a:pt x="338667" y="142875"/>
                </a:cubicBezTo>
                <a:close/>
                <a:moveTo>
                  <a:pt x="338667" y="508000"/>
                </a:moveTo>
                <a:cubicBezTo>
                  <a:pt x="255676" y="508000"/>
                  <a:pt x="186619" y="446385"/>
                  <a:pt x="172156" y="365125"/>
                </a:cubicBezTo>
                <a:cubicBezTo>
                  <a:pt x="277989" y="363637"/>
                  <a:pt x="369976" y="278904"/>
                  <a:pt x="380118" y="164009"/>
                </a:cubicBezTo>
                <a:cubicBezTo>
                  <a:pt x="453584" y="183059"/>
                  <a:pt x="508000" y="251619"/>
                  <a:pt x="508000" y="333375"/>
                </a:cubicBezTo>
                <a:cubicBezTo>
                  <a:pt x="508000" y="372666"/>
                  <a:pt x="495388" y="408980"/>
                  <a:pt x="474133" y="438150"/>
                </a:cubicBezTo>
                <a:lnTo>
                  <a:pt x="505531" y="504825"/>
                </a:lnTo>
                <a:cubicBezTo>
                  <a:pt x="509852" y="514052"/>
                  <a:pt x="508353" y="525363"/>
                  <a:pt x="501826" y="532805"/>
                </a:cubicBezTo>
                <a:cubicBezTo>
                  <a:pt x="495300" y="540246"/>
                  <a:pt x="485158" y="541933"/>
                  <a:pt x="476956" y="536972"/>
                </a:cubicBezTo>
                <a:lnTo>
                  <a:pt x="404989" y="494109"/>
                </a:lnTo>
                <a:cubicBezTo>
                  <a:pt x="384616" y="503039"/>
                  <a:pt x="362215" y="508000"/>
                  <a:pt x="338667" y="508000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20" name="Text 17"/>
          <p:cNvSpPr/>
          <p:nvPr/>
        </p:nvSpPr>
        <p:spPr>
          <a:xfrm>
            <a:off x="9271000" y="2349500"/>
            <a:ext cx="584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Moderated by IIT Faculty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8572500" y="2984500"/>
            <a:ext cx="660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Ask questions and get expert answers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572500" y="3403600"/>
            <a:ext cx="660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Peer learning with students nationwide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572500" y="3822700"/>
            <a:ext cx="660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Share resources and study materials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572500" y="4241800"/>
            <a:ext cx="660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Active participation improves understanding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62000" y="5461000"/>
            <a:ext cx="14732000" cy="1016000"/>
          </a:xfrm>
          <a:prstGeom prst="roundRect">
            <a:avLst>
              <a:gd name="adj" fmla="val 8000"/>
            </a:avLst>
          </a:prstGeom>
          <a:solidFill>
            <a:srgbClr val="E87722">
              <a:alpha val="8235"/>
            </a:srgbClr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143000" y="571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45666" y="-16877"/>
                </a:moveTo>
                <a:cubicBezTo>
                  <a:pt x="242411" y="-24021"/>
                  <a:pt x="235823" y="-28575"/>
                  <a:pt x="228679" y="-28575"/>
                </a:cubicBezTo>
                <a:cubicBezTo>
                  <a:pt x="221536" y="-28575"/>
                  <a:pt x="214948" y="-24021"/>
                  <a:pt x="211693" y="-16877"/>
                </a:cubicBezTo>
                <a:lnTo>
                  <a:pt x="153273" y="111889"/>
                </a:lnTo>
                <a:lnTo>
                  <a:pt x="26353" y="134570"/>
                </a:lnTo>
                <a:cubicBezTo>
                  <a:pt x="19288" y="135821"/>
                  <a:pt x="13414" y="141446"/>
                  <a:pt x="11192" y="149126"/>
                </a:cubicBezTo>
                <a:cubicBezTo>
                  <a:pt x="8969" y="156805"/>
                  <a:pt x="10795" y="165199"/>
                  <a:pt x="15796" y="170914"/>
                </a:cubicBezTo>
                <a:lnTo>
                  <a:pt x="106601" y="273159"/>
                </a:lnTo>
                <a:lnTo>
                  <a:pt x="86598" y="415945"/>
                </a:lnTo>
                <a:cubicBezTo>
                  <a:pt x="85487" y="423892"/>
                  <a:pt x="88424" y="431929"/>
                  <a:pt x="94218" y="436662"/>
                </a:cubicBezTo>
                <a:cubicBezTo>
                  <a:pt x="100013" y="441394"/>
                  <a:pt x="107633" y="442109"/>
                  <a:pt x="114062" y="438448"/>
                </a:cubicBezTo>
                <a:lnTo>
                  <a:pt x="228679" y="372904"/>
                </a:lnTo>
                <a:lnTo>
                  <a:pt x="343218" y="438448"/>
                </a:lnTo>
                <a:cubicBezTo>
                  <a:pt x="349568" y="442109"/>
                  <a:pt x="357267" y="441394"/>
                  <a:pt x="363061" y="436662"/>
                </a:cubicBezTo>
                <a:cubicBezTo>
                  <a:pt x="368856" y="431929"/>
                  <a:pt x="371793" y="423982"/>
                  <a:pt x="370681" y="415945"/>
                </a:cubicBezTo>
                <a:lnTo>
                  <a:pt x="350599" y="273159"/>
                </a:lnTo>
                <a:lnTo>
                  <a:pt x="441404" y="170914"/>
                </a:lnTo>
                <a:cubicBezTo>
                  <a:pt x="446484" y="165199"/>
                  <a:pt x="448231" y="156805"/>
                  <a:pt x="446008" y="149126"/>
                </a:cubicBezTo>
                <a:cubicBezTo>
                  <a:pt x="443786" y="141446"/>
                  <a:pt x="437991" y="135821"/>
                  <a:pt x="430847" y="134570"/>
                </a:cubicBezTo>
                <a:lnTo>
                  <a:pt x="304006" y="111889"/>
                </a:lnTo>
                <a:lnTo>
                  <a:pt x="245666" y="-16877"/>
                </a:ln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27" name="Text 24"/>
          <p:cNvSpPr/>
          <p:nvPr/>
        </p:nvSpPr>
        <p:spPr>
          <a:xfrm>
            <a:off x="1778000" y="5588000"/>
            <a:ext cx="1333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Strategy: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Don't skip assignments! Scoring full marks in assignments gives you a 25% head start toward your Elite certificate.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NPTEL | IITs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 / 43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Proctored Examination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2000" y="1079500"/>
            <a:ext cx="762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2"/>
          <p:cNvSpPr/>
          <p:nvPr/>
        </p:nvSpPr>
        <p:spPr>
          <a:xfrm>
            <a:off x="762000" y="1460500"/>
            <a:ext cx="14732000" cy="1270000"/>
          </a:xfrm>
          <a:prstGeom prst="roundRect">
            <a:avLst>
              <a:gd name="adj" fmla="val 6000"/>
            </a:avLst>
          </a:prstGeom>
          <a:solidFill>
            <a:srgbClr val="1B4F8F"/>
          </a:solidFill>
          <a:ln/>
          <a:effectLst>
            <a:outerShdw sx="100000" sy="100000" kx="0" ky="0" algn="bl" rotWithShape="0" blurRad="127000" dist="38100" dir="5400000">
              <a:srgbClr val="1b4f8f">
                <a:alpha val="18824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79500" y="1587500"/>
            <a:ext cx="304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75%</a:t>
            </a:r>
            <a:endParaRPr lang="en-US" sz="3200" dirty="0"/>
          </a:p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 Weightage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318000" y="1714500"/>
            <a:ext cx="0" cy="762000"/>
          </a:xfrm>
          <a:prstGeom prst="straightConnector1">
            <a:avLst/>
          </a:prstGeom>
          <a:noFill/>
          <a:ln w="12700">
            <a:solidFill>
              <a:srgbClr val="FFFFFF">
                <a:alpha val="18824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Text 5"/>
          <p:cNvSpPr/>
          <p:nvPr/>
        </p:nvSpPr>
        <p:spPr>
          <a:xfrm>
            <a:off x="4572000" y="1587500"/>
            <a:ext cx="304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4,000+</a:t>
            </a:r>
            <a:endParaRPr lang="en-US" sz="3200" dirty="0"/>
          </a:p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 Centers</a:t>
            </a:r>
            <a:endParaRPr lang="en-US" sz="3200" dirty="0"/>
          </a:p>
        </p:txBody>
      </p:sp>
      <p:sp>
        <p:nvSpPr>
          <p:cNvPr id="9" name="Shape 6"/>
          <p:cNvSpPr/>
          <p:nvPr/>
        </p:nvSpPr>
        <p:spPr>
          <a:xfrm>
            <a:off x="7810500" y="1714500"/>
            <a:ext cx="0" cy="762000"/>
          </a:xfrm>
          <a:prstGeom prst="straightConnector1">
            <a:avLst/>
          </a:prstGeom>
          <a:noFill/>
          <a:ln w="12700">
            <a:solidFill>
              <a:srgbClr val="FFFFFF">
                <a:alpha val="18824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Text 7"/>
          <p:cNvSpPr/>
          <p:nvPr/>
        </p:nvSpPr>
        <p:spPr>
          <a:xfrm>
            <a:off x="8064500" y="1587500"/>
            <a:ext cx="304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Hours</a:t>
            </a:r>
            <a:endParaRPr lang="en-US" sz="3200" dirty="0"/>
          </a:p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Duration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11303000" y="1714500"/>
            <a:ext cx="0" cy="762000"/>
          </a:xfrm>
          <a:prstGeom prst="straightConnector1">
            <a:avLst/>
          </a:prstGeom>
          <a:noFill/>
          <a:ln w="12700">
            <a:solidFill>
              <a:srgbClr val="FFFFFF">
                <a:alpha val="18824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Text 9"/>
          <p:cNvSpPr/>
          <p:nvPr/>
        </p:nvSpPr>
        <p:spPr>
          <a:xfrm>
            <a:off x="11557000" y="1587500"/>
            <a:ext cx="355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Rs. 1,000</a:t>
            </a:r>
            <a:endParaRPr lang="en-US" sz="3200" dirty="0"/>
          </a:p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 Fee Per Course</a:t>
            </a:r>
            <a:endParaRPr lang="en-US" sz="3200" dirty="0"/>
          </a:p>
        </p:txBody>
      </p:sp>
      <p:sp>
        <p:nvSpPr>
          <p:cNvPr id="13" name="Shape 10"/>
          <p:cNvSpPr/>
          <p:nvPr/>
        </p:nvSpPr>
        <p:spPr>
          <a:xfrm>
            <a:off x="762000" y="3111500"/>
            <a:ext cx="4699000" cy="2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275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079500" y="3365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67733" y="0"/>
                </a:moveTo>
                <a:cubicBezTo>
                  <a:pt x="30374" y="0"/>
                  <a:pt x="0" y="22781"/>
                  <a:pt x="0" y="50800"/>
                </a:cubicBezTo>
                <a:lnTo>
                  <a:pt x="0" y="355600"/>
                </a:lnTo>
                <a:cubicBezTo>
                  <a:pt x="0" y="383619"/>
                  <a:pt x="30374" y="406400"/>
                  <a:pt x="67733" y="406400"/>
                </a:cubicBezTo>
                <a:lnTo>
                  <a:pt x="338667" y="406400"/>
                </a:lnTo>
                <a:cubicBezTo>
                  <a:pt x="376026" y="406400"/>
                  <a:pt x="406400" y="383619"/>
                  <a:pt x="406400" y="355600"/>
                </a:cubicBezTo>
                <a:lnTo>
                  <a:pt x="406400" y="50800"/>
                </a:lnTo>
                <a:cubicBezTo>
                  <a:pt x="406400" y="22781"/>
                  <a:pt x="376026" y="0"/>
                  <a:pt x="338667" y="0"/>
                </a:cubicBezTo>
                <a:lnTo>
                  <a:pt x="67733" y="0"/>
                </a:lnTo>
                <a:close/>
                <a:moveTo>
                  <a:pt x="186267" y="279400"/>
                </a:moveTo>
                <a:lnTo>
                  <a:pt x="220133" y="279400"/>
                </a:lnTo>
                <a:cubicBezTo>
                  <a:pt x="238866" y="279400"/>
                  <a:pt x="254000" y="290751"/>
                  <a:pt x="254000" y="304800"/>
                </a:cubicBezTo>
                <a:lnTo>
                  <a:pt x="254000" y="368300"/>
                </a:lnTo>
                <a:lnTo>
                  <a:pt x="152400" y="368300"/>
                </a:lnTo>
                <a:lnTo>
                  <a:pt x="152400" y="304800"/>
                </a:lnTo>
                <a:cubicBezTo>
                  <a:pt x="152400" y="290751"/>
                  <a:pt x="167534" y="279400"/>
                  <a:pt x="186267" y="279400"/>
                </a:cubicBezTo>
                <a:close/>
                <a:moveTo>
                  <a:pt x="101600" y="88900"/>
                </a:moveTo>
                <a:cubicBezTo>
                  <a:pt x="101600" y="81915"/>
                  <a:pt x="109220" y="76200"/>
                  <a:pt x="118533" y="76200"/>
                </a:cubicBezTo>
                <a:lnTo>
                  <a:pt x="152400" y="76200"/>
                </a:lnTo>
                <a:cubicBezTo>
                  <a:pt x="161713" y="76200"/>
                  <a:pt x="169333" y="81915"/>
                  <a:pt x="169333" y="88900"/>
                </a:cubicBezTo>
                <a:lnTo>
                  <a:pt x="169333" y="114300"/>
                </a:lnTo>
                <a:cubicBezTo>
                  <a:pt x="169333" y="121285"/>
                  <a:pt x="161713" y="127000"/>
                  <a:pt x="152400" y="127000"/>
                </a:cubicBezTo>
                <a:lnTo>
                  <a:pt x="118533" y="127000"/>
                </a:lnTo>
                <a:cubicBezTo>
                  <a:pt x="109220" y="127000"/>
                  <a:pt x="101600" y="121285"/>
                  <a:pt x="101600" y="114300"/>
                </a:cubicBezTo>
                <a:lnTo>
                  <a:pt x="101600" y="88900"/>
                </a:lnTo>
                <a:close/>
                <a:moveTo>
                  <a:pt x="254000" y="76200"/>
                </a:moveTo>
                <a:lnTo>
                  <a:pt x="287867" y="76200"/>
                </a:lnTo>
                <a:cubicBezTo>
                  <a:pt x="297180" y="76200"/>
                  <a:pt x="304800" y="81915"/>
                  <a:pt x="304800" y="88900"/>
                </a:cubicBezTo>
                <a:lnTo>
                  <a:pt x="304800" y="114300"/>
                </a:lnTo>
                <a:cubicBezTo>
                  <a:pt x="304800" y="121285"/>
                  <a:pt x="297180" y="127000"/>
                  <a:pt x="287867" y="127000"/>
                </a:cubicBezTo>
                <a:lnTo>
                  <a:pt x="254000" y="127000"/>
                </a:lnTo>
                <a:cubicBezTo>
                  <a:pt x="244687" y="127000"/>
                  <a:pt x="237067" y="121285"/>
                  <a:pt x="237067" y="114300"/>
                </a:cubicBezTo>
                <a:lnTo>
                  <a:pt x="237067" y="88900"/>
                </a:lnTo>
                <a:cubicBezTo>
                  <a:pt x="237067" y="81915"/>
                  <a:pt x="244687" y="76200"/>
                  <a:pt x="254000" y="76200"/>
                </a:cubicBezTo>
                <a:close/>
                <a:moveTo>
                  <a:pt x="101600" y="190500"/>
                </a:moveTo>
                <a:cubicBezTo>
                  <a:pt x="101600" y="183515"/>
                  <a:pt x="109220" y="177800"/>
                  <a:pt x="118533" y="177800"/>
                </a:cubicBezTo>
                <a:lnTo>
                  <a:pt x="152400" y="177800"/>
                </a:lnTo>
                <a:cubicBezTo>
                  <a:pt x="161713" y="177800"/>
                  <a:pt x="169333" y="183515"/>
                  <a:pt x="169333" y="190500"/>
                </a:cubicBezTo>
                <a:lnTo>
                  <a:pt x="169333" y="215900"/>
                </a:lnTo>
                <a:cubicBezTo>
                  <a:pt x="169333" y="222885"/>
                  <a:pt x="161713" y="228600"/>
                  <a:pt x="152400" y="228600"/>
                </a:cubicBezTo>
                <a:lnTo>
                  <a:pt x="118533" y="228600"/>
                </a:lnTo>
                <a:cubicBezTo>
                  <a:pt x="109220" y="228600"/>
                  <a:pt x="101600" y="222885"/>
                  <a:pt x="101600" y="215900"/>
                </a:cubicBezTo>
                <a:lnTo>
                  <a:pt x="101600" y="190500"/>
                </a:lnTo>
                <a:close/>
                <a:moveTo>
                  <a:pt x="254000" y="177800"/>
                </a:moveTo>
                <a:lnTo>
                  <a:pt x="287867" y="177800"/>
                </a:lnTo>
                <a:cubicBezTo>
                  <a:pt x="297180" y="177800"/>
                  <a:pt x="304800" y="183515"/>
                  <a:pt x="304800" y="190500"/>
                </a:cubicBezTo>
                <a:lnTo>
                  <a:pt x="304800" y="215900"/>
                </a:lnTo>
                <a:cubicBezTo>
                  <a:pt x="304800" y="222885"/>
                  <a:pt x="297180" y="228600"/>
                  <a:pt x="287867" y="228600"/>
                </a:cubicBezTo>
                <a:lnTo>
                  <a:pt x="254000" y="228600"/>
                </a:lnTo>
                <a:cubicBezTo>
                  <a:pt x="244687" y="228600"/>
                  <a:pt x="237067" y="222885"/>
                  <a:pt x="237067" y="215900"/>
                </a:cubicBezTo>
                <a:lnTo>
                  <a:pt x="237067" y="190500"/>
                </a:lnTo>
                <a:cubicBezTo>
                  <a:pt x="237067" y="183515"/>
                  <a:pt x="244687" y="177800"/>
                  <a:pt x="254000" y="177800"/>
                </a:cubicBez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5" name="Text 12"/>
          <p:cNvSpPr/>
          <p:nvPr/>
        </p:nvSpPr>
        <p:spPr>
          <a:xfrm>
            <a:off x="1651000" y="33655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 Centers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079500" y="3937000"/>
            <a:ext cx="4064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4,000+ centers across India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Usually in your own city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Select during registration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778500" y="3111500"/>
            <a:ext cx="4699000" cy="2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275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096000" y="3365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67733" y="0"/>
                </a:moveTo>
                <a:cubicBezTo>
                  <a:pt x="42827" y="0"/>
                  <a:pt x="22578" y="22781"/>
                  <a:pt x="22578" y="50800"/>
                </a:cubicBezTo>
                <a:lnTo>
                  <a:pt x="22578" y="355600"/>
                </a:lnTo>
                <a:cubicBezTo>
                  <a:pt x="22578" y="383619"/>
                  <a:pt x="42827" y="406400"/>
                  <a:pt x="67733" y="406400"/>
                </a:cubicBezTo>
                <a:lnTo>
                  <a:pt x="194733" y="406400"/>
                </a:lnTo>
                <a:cubicBezTo>
                  <a:pt x="178717" y="381397"/>
                  <a:pt x="169333" y="350679"/>
                  <a:pt x="169333" y="317500"/>
                </a:cubicBezTo>
                <a:cubicBezTo>
                  <a:pt x="169333" y="237649"/>
                  <a:pt x="223943" y="172085"/>
                  <a:pt x="293511" y="165656"/>
                </a:cubicBezTo>
                <a:lnTo>
                  <a:pt x="293511" y="135414"/>
                </a:lnTo>
                <a:cubicBezTo>
                  <a:pt x="293511" y="121920"/>
                  <a:pt x="288784" y="108982"/>
                  <a:pt x="280317" y="99457"/>
                </a:cubicBezTo>
                <a:lnTo>
                  <a:pt x="205105" y="14843"/>
                </a:lnTo>
                <a:cubicBezTo>
                  <a:pt x="196638" y="5318"/>
                  <a:pt x="185208" y="0"/>
                  <a:pt x="173214" y="0"/>
                </a:cubicBezTo>
                <a:lnTo>
                  <a:pt x="67733" y="0"/>
                </a:lnTo>
                <a:close/>
                <a:moveTo>
                  <a:pt x="252236" y="139700"/>
                </a:moveTo>
                <a:lnTo>
                  <a:pt x="186267" y="139700"/>
                </a:lnTo>
                <a:cubicBezTo>
                  <a:pt x="176883" y="139700"/>
                  <a:pt x="169333" y="131207"/>
                  <a:pt x="169333" y="120650"/>
                </a:cubicBezTo>
                <a:lnTo>
                  <a:pt x="169333" y="46434"/>
                </a:lnTo>
                <a:lnTo>
                  <a:pt x="252236" y="139700"/>
                </a:lnTo>
                <a:close/>
                <a:moveTo>
                  <a:pt x="304800" y="431800"/>
                </a:moveTo>
                <a:cubicBezTo>
                  <a:pt x="360875" y="431800"/>
                  <a:pt x="406400" y="380584"/>
                  <a:pt x="406400" y="317500"/>
                </a:cubicBezTo>
                <a:cubicBezTo>
                  <a:pt x="406400" y="254416"/>
                  <a:pt x="360875" y="203200"/>
                  <a:pt x="304800" y="203200"/>
                </a:cubicBezTo>
                <a:cubicBezTo>
                  <a:pt x="248725" y="203200"/>
                  <a:pt x="203200" y="254416"/>
                  <a:pt x="203200" y="317500"/>
                </a:cubicBezTo>
                <a:cubicBezTo>
                  <a:pt x="203200" y="380584"/>
                  <a:pt x="248725" y="431800"/>
                  <a:pt x="304800" y="431800"/>
                </a:cubicBezTo>
                <a:close/>
                <a:moveTo>
                  <a:pt x="304800" y="352425"/>
                </a:moveTo>
                <a:cubicBezTo>
                  <a:pt x="312588" y="352425"/>
                  <a:pt x="318911" y="359538"/>
                  <a:pt x="318911" y="368300"/>
                </a:cubicBezTo>
                <a:cubicBezTo>
                  <a:pt x="318911" y="377062"/>
                  <a:pt x="312588" y="384175"/>
                  <a:pt x="304800" y="384175"/>
                </a:cubicBezTo>
                <a:cubicBezTo>
                  <a:pt x="297012" y="384175"/>
                  <a:pt x="290689" y="377062"/>
                  <a:pt x="290689" y="368300"/>
                </a:cubicBezTo>
                <a:cubicBezTo>
                  <a:pt x="290689" y="359538"/>
                  <a:pt x="297012" y="352425"/>
                  <a:pt x="304800" y="352425"/>
                </a:cubicBezTo>
                <a:close/>
                <a:moveTo>
                  <a:pt x="304800" y="273050"/>
                </a:moveTo>
                <a:cubicBezTo>
                  <a:pt x="296616" y="273050"/>
                  <a:pt x="289772" y="279559"/>
                  <a:pt x="288219" y="288290"/>
                </a:cubicBezTo>
                <a:cubicBezTo>
                  <a:pt x="286949" y="295196"/>
                  <a:pt x="281023" y="299641"/>
                  <a:pt x="274884" y="298212"/>
                </a:cubicBezTo>
                <a:cubicBezTo>
                  <a:pt x="268746" y="296783"/>
                  <a:pt x="264795" y="290116"/>
                  <a:pt x="266065" y="283210"/>
                </a:cubicBezTo>
                <a:cubicBezTo>
                  <a:pt x="269734" y="262890"/>
                  <a:pt x="285679" y="247650"/>
                  <a:pt x="304800" y="247650"/>
                </a:cubicBezTo>
                <a:cubicBezTo>
                  <a:pt x="326602" y="247650"/>
                  <a:pt x="344311" y="267573"/>
                  <a:pt x="344311" y="292100"/>
                </a:cubicBezTo>
                <a:cubicBezTo>
                  <a:pt x="344311" y="307816"/>
                  <a:pt x="336056" y="322104"/>
                  <a:pt x="323286" y="328533"/>
                </a:cubicBezTo>
                <a:lnTo>
                  <a:pt x="315948" y="332184"/>
                </a:lnTo>
                <a:cubicBezTo>
                  <a:pt x="315101" y="338296"/>
                  <a:pt x="310444" y="342900"/>
                  <a:pt x="304800" y="342900"/>
                </a:cubicBezTo>
                <a:cubicBezTo>
                  <a:pt x="298591" y="342900"/>
                  <a:pt x="293511" y="337185"/>
                  <a:pt x="293511" y="330200"/>
                </a:cubicBezTo>
                <a:cubicBezTo>
                  <a:pt x="293511" y="321310"/>
                  <a:pt x="298168" y="313293"/>
                  <a:pt x="305364" y="309642"/>
                </a:cubicBezTo>
                <a:lnTo>
                  <a:pt x="314113" y="305276"/>
                </a:lnTo>
                <a:cubicBezTo>
                  <a:pt x="318770" y="302974"/>
                  <a:pt x="321733" y="297815"/>
                  <a:pt x="321733" y="292100"/>
                </a:cubicBezTo>
                <a:cubicBezTo>
                  <a:pt x="321733" y="281543"/>
                  <a:pt x="314184" y="273050"/>
                  <a:pt x="304800" y="273050"/>
                </a:cubicBez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9" name="Text 16"/>
          <p:cNvSpPr/>
          <p:nvPr/>
        </p:nvSpPr>
        <p:spPr>
          <a:xfrm>
            <a:off x="6667500" y="33655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 Format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096000" y="3937000"/>
            <a:ext cx="4064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Multiple choice questions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Numerical answer type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Based on lectures &amp; assignments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10795000" y="3111500"/>
            <a:ext cx="4699000" cy="2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275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11112500" y="3365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76200"/>
                </a:moveTo>
                <a:cubicBezTo>
                  <a:pt x="0" y="48181"/>
                  <a:pt x="20249" y="25400"/>
                  <a:pt x="45156" y="25400"/>
                </a:cubicBezTo>
                <a:lnTo>
                  <a:pt x="361244" y="25400"/>
                </a:lnTo>
                <a:cubicBezTo>
                  <a:pt x="386151" y="25400"/>
                  <a:pt x="406400" y="48181"/>
                  <a:pt x="406400" y="76200"/>
                </a:cubicBezTo>
                <a:lnTo>
                  <a:pt x="0" y="76200"/>
                </a:lnTo>
                <a:close/>
                <a:moveTo>
                  <a:pt x="0" y="114300"/>
                </a:moveTo>
                <a:lnTo>
                  <a:pt x="406400" y="114300"/>
                </a:lnTo>
                <a:lnTo>
                  <a:pt x="406400" y="330200"/>
                </a:lnTo>
                <a:cubicBezTo>
                  <a:pt x="406400" y="358219"/>
                  <a:pt x="386151" y="381000"/>
                  <a:pt x="361244" y="381000"/>
                </a:cubicBezTo>
                <a:lnTo>
                  <a:pt x="45156" y="381000"/>
                </a:lnTo>
                <a:cubicBezTo>
                  <a:pt x="20249" y="381000"/>
                  <a:pt x="0" y="358219"/>
                  <a:pt x="0" y="330200"/>
                </a:cubicBezTo>
                <a:lnTo>
                  <a:pt x="0" y="114300"/>
                </a:lnTo>
                <a:close/>
                <a:moveTo>
                  <a:pt x="174484" y="330200"/>
                </a:moveTo>
                <a:cubicBezTo>
                  <a:pt x="188736" y="330200"/>
                  <a:pt x="199390" y="314801"/>
                  <a:pt x="190288" y="302419"/>
                </a:cubicBezTo>
                <a:cubicBezTo>
                  <a:pt x="179917" y="288369"/>
                  <a:pt x="164253" y="279400"/>
                  <a:pt x="146756" y="279400"/>
                </a:cubicBezTo>
                <a:lnTo>
                  <a:pt x="101600" y="279400"/>
                </a:lnTo>
                <a:cubicBezTo>
                  <a:pt x="84102" y="279400"/>
                  <a:pt x="68439" y="288369"/>
                  <a:pt x="58067" y="302419"/>
                </a:cubicBezTo>
                <a:cubicBezTo>
                  <a:pt x="48966" y="314801"/>
                  <a:pt x="59619" y="330200"/>
                  <a:pt x="73872" y="330200"/>
                </a:cubicBezTo>
                <a:lnTo>
                  <a:pt x="174413" y="330200"/>
                </a:lnTo>
                <a:close/>
                <a:moveTo>
                  <a:pt x="124178" y="247650"/>
                </a:moveTo>
                <a:cubicBezTo>
                  <a:pt x="145985" y="247650"/>
                  <a:pt x="163689" y="227733"/>
                  <a:pt x="163689" y="203200"/>
                </a:cubicBezTo>
                <a:cubicBezTo>
                  <a:pt x="163689" y="178667"/>
                  <a:pt x="145985" y="158750"/>
                  <a:pt x="124178" y="158750"/>
                </a:cubicBezTo>
                <a:cubicBezTo>
                  <a:pt x="102371" y="158750"/>
                  <a:pt x="84667" y="178667"/>
                  <a:pt x="84667" y="203200"/>
                </a:cubicBezTo>
                <a:cubicBezTo>
                  <a:pt x="84667" y="227733"/>
                  <a:pt x="102371" y="247650"/>
                  <a:pt x="124178" y="247650"/>
                </a:cubicBezTo>
                <a:close/>
                <a:moveTo>
                  <a:pt x="254000" y="165100"/>
                </a:moveTo>
                <a:cubicBezTo>
                  <a:pt x="244616" y="165100"/>
                  <a:pt x="237067" y="173593"/>
                  <a:pt x="237067" y="184150"/>
                </a:cubicBezTo>
                <a:cubicBezTo>
                  <a:pt x="237067" y="194707"/>
                  <a:pt x="244616" y="203200"/>
                  <a:pt x="254000" y="203200"/>
                </a:cubicBezTo>
                <a:lnTo>
                  <a:pt x="333022" y="203200"/>
                </a:lnTo>
                <a:cubicBezTo>
                  <a:pt x="342406" y="203200"/>
                  <a:pt x="349956" y="194707"/>
                  <a:pt x="349956" y="184150"/>
                </a:cubicBezTo>
                <a:cubicBezTo>
                  <a:pt x="349956" y="173593"/>
                  <a:pt x="342406" y="165100"/>
                  <a:pt x="333022" y="165100"/>
                </a:cubicBezTo>
                <a:lnTo>
                  <a:pt x="254000" y="165100"/>
                </a:lnTo>
                <a:close/>
                <a:moveTo>
                  <a:pt x="254000" y="241300"/>
                </a:moveTo>
                <a:cubicBezTo>
                  <a:pt x="244616" y="241300"/>
                  <a:pt x="237067" y="249793"/>
                  <a:pt x="237067" y="260350"/>
                </a:cubicBezTo>
                <a:cubicBezTo>
                  <a:pt x="237067" y="270907"/>
                  <a:pt x="244616" y="279400"/>
                  <a:pt x="254000" y="279400"/>
                </a:cubicBezTo>
                <a:lnTo>
                  <a:pt x="333022" y="279400"/>
                </a:lnTo>
                <a:cubicBezTo>
                  <a:pt x="342406" y="279400"/>
                  <a:pt x="349956" y="270907"/>
                  <a:pt x="349956" y="260350"/>
                </a:cubicBezTo>
                <a:cubicBezTo>
                  <a:pt x="349956" y="249793"/>
                  <a:pt x="342406" y="241300"/>
                  <a:pt x="333022" y="241300"/>
                </a:cubicBezTo>
                <a:lnTo>
                  <a:pt x="254000" y="241300"/>
                </a:ln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23" name="Text 20"/>
          <p:cNvSpPr/>
          <p:nvPr/>
        </p:nvSpPr>
        <p:spPr>
          <a:xfrm>
            <a:off x="11684000" y="33655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Requirements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1112500" y="3937000"/>
            <a:ext cx="4064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Valid photo ID proof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Registration before deadline</a:t>
            </a:r>
            <a:endParaRPr lang="en-US" sz="1500" dirty="0"/>
          </a:p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Results in 4 weeks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NPTEL | IITs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 / 43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Certification Process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2000" y="1079500"/>
            <a:ext cx="762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2"/>
          <p:cNvSpPr/>
          <p:nvPr/>
        </p:nvSpPr>
        <p:spPr>
          <a:xfrm>
            <a:off x="762000" y="1460500"/>
            <a:ext cx="14732000" cy="889000"/>
          </a:xfrm>
          <a:prstGeom prst="roundRect">
            <a:avLst>
              <a:gd name="adj" fmla="val 6000"/>
            </a:avLst>
          </a:prstGeom>
          <a:solidFill>
            <a:srgbClr val="1B4F8F"/>
          </a:solidFill>
          <a:ln/>
          <a:effectLst>
            <a:outerShdw sx="100000" sy="100000" kx="0" ky="0" algn="bl" rotWithShape="0" blurRad="101600" dist="38100" dir="5400000">
              <a:srgbClr val="1b4f8f">
                <a:alpha val="18824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79500" y="1524000"/>
            <a:ext cx="14097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Score = </a:t>
            </a:r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25%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(Assignment Average) + </a:t>
            </a:r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75%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(Proctored Exam)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62000" y="2730500"/>
            <a:ext cx="3492500" cy="2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6275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16000" y="2921000"/>
            <a:ext cx="1524000" cy="330200"/>
          </a:xfrm>
          <a:prstGeom prst="roundRect">
            <a:avLst>
              <a:gd name="adj" fmla="val 50000"/>
            </a:avLst>
          </a:prstGeom>
          <a:solidFill>
            <a:srgbClr val="FFD700"/>
          </a:solidFill>
          <a:ln/>
        </p:spPr>
      </p:sp>
      <p:sp>
        <p:nvSpPr>
          <p:cNvPr id="9" name="Text 6"/>
          <p:cNvSpPr/>
          <p:nvPr/>
        </p:nvSpPr>
        <p:spPr>
          <a:xfrm>
            <a:off x="1016000" y="2921000"/>
            <a:ext cx="152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spc="100" kern="0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ELITE + GOLD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16000" y="3403600"/>
            <a:ext cx="2984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B886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90% +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1016000" y="3937000"/>
            <a:ext cx="2984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1% performers. Highest recognition. Most valued by employers.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0" y="2730500"/>
            <a:ext cx="3492500" cy="2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B4F8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6275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26000" y="2921000"/>
            <a:ext cx="1270000" cy="330200"/>
          </a:xfrm>
          <a:prstGeom prst="roundRect">
            <a:avLst>
              <a:gd name="adj" fmla="val 50000"/>
            </a:avLst>
          </a:prstGeom>
          <a:solidFill>
            <a:srgbClr val="1B4F8F"/>
          </a:solidFill>
          <a:ln/>
        </p:spPr>
      </p:sp>
      <p:sp>
        <p:nvSpPr>
          <p:cNvPr id="14" name="Text 11"/>
          <p:cNvSpPr/>
          <p:nvPr/>
        </p:nvSpPr>
        <p:spPr>
          <a:xfrm>
            <a:off x="4826000" y="29210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ELITE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26000" y="3403600"/>
            <a:ext cx="2984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75% – 89%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4826000" y="3937000"/>
            <a:ext cx="2984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Industry preferred certificate. Shows strong subject mastery.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8382000" y="2730500"/>
            <a:ext cx="3492500" cy="2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6275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636000" y="2921000"/>
            <a:ext cx="2286000" cy="3302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19" name="Text 16"/>
          <p:cNvSpPr/>
          <p:nvPr/>
        </p:nvSpPr>
        <p:spPr>
          <a:xfrm>
            <a:off x="8636000" y="2921000"/>
            <a:ext cx="228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SUCCESSFUL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636000" y="3403600"/>
            <a:ext cx="2984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16A3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60% – 74%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8636000" y="3937000"/>
            <a:ext cx="2984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 for credit transfer. Recognized completion certificate.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12192000" y="2730500"/>
            <a:ext cx="3302000" cy="2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6275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2446000" y="2921000"/>
            <a:ext cx="1651000" cy="33020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</p:sp>
      <p:sp>
        <p:nvSpPr>
          <p:cNvPr id="24" name="Text 21"/>
          <p:cNvSpPr/>
          <p:nvPr/>
        </p:nvSpPr>
        <p:spPr>
          <a:xfrm>
            <a:off x="12446000" y="2921000"/>
            <a:ext cx="165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COMPLETION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2446000" y="340360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40% – 59%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12446000" y="3937000"/>
            <a:ext cx="279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Basic completion. Below 40% = no certificate.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762000" y="5715000"/>
            <a:ext cx="14732000" cy="889000"/>
          </a:xfrm>
          <a:prstGeom prst="roundRect">
            <a:avLst>
              <a:gd name="adj" fmla="val 8000"/>
            </a:avLst>
          </a:prstGeom>
          <a:solidFill>
            <a:srgbClr val="E87722">
              <a:alpha val="8235"/>
            </a:srgbClr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143000" y="590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0050" y="228600"/>
                </a:moveTo>
                <a:cubicBezTo>
                  <a:pt x="400050" y="133974"/>
                  <a:pt x="323226" y="57150"/>
                  <a:pt x="228600" y="57150"/>
                </a:cubicBezTo>
                <a:cubicBezTo>
                  <a:pt x="133974" y="57150"/>
                  <a:pt x="57150" y="133974"/>
                  <a:pt x="57150" y="228600"/>
                </a:cubicBezTo>
                <a:cubicBezTo>
                  <a:pt x="57150" y="323226"/>
                  <a:pt x="133974" y="400050"/>
                  <a:pt x="228600" y="400050"/>
                </a:cubicBezTo>
                <a:cubicBezTo>
                  <a:pt x="323226" y="400050"/>
                  <a:pt x="400050" y="323226"/>
                  <a:pt x="400050" y="228600"/>
                </a:cubicBezTo>
                <a:close/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228600" y="300038"/>
                </a:moveTo>
                <a:cubicBezTo>
                  <a:pt x="268027" y="300038"/>
                  <a:pt x="300038" y="268027"/>
                  <a:pt x="300038" y="228600"/>
                </a:cubicBezTo>
                <a:cubicBezTo>
                  <a:pt x="300038" y="189173"/>
                  <a:pt x="268027" y="157163"/>
                  <a:pt x="228600" y="157163"/>
                </a:cubicBezTo>
                <a:cubicBezTo>
                  <a:pt x="189173" y="157163"/>
                  <a:pt x="157163" y="189173"/>
                  <a:pt x="157163" y="228600"/>
                </a:cubicBezTo>
                <a:cubicBezTo>
                  <a:pt x="157163" y="268027"/>
                  <a:pt x="189173" y="300038"/>
                  <a:pt x="228600" y="300038"/>
                </a:cubicBezTo>
                <a:close/>
                <a:moveTo>
                  <a:pt x="228600" y="100013"/>
                </a:moveTo>
                <a:cubicBezTo>
                  <a:pt x="299569" y="100013"/>
                  <a:pt x="357188" y="157631"/>
                  <a:pt x="357188" y="228600"/>
                </a:cubicBezTo>
                <a:cubicBezTo>
                  <a:pt x="357188" y="299569"/>
                  <a:pt x="299569" y="357188"/>
                  <a:pt x="228600" y="357188"/>
                </a:cubicBezTo>
                <a:cubicBezTo>
                  <a:pt x="157631" y="357188"/>
                  <a:pt x="100013" y="299569"/>
                  <a:pt x="100013" y="228600"/>
                </a:cubicBezTo>
                <a:cubicBezTo>
                  <a:pt x="100013" y="157631"/>
                  <a:pt x="157631" y="100013"/>
                  <a:pt x="228600" y="100013"/>
                </a:cubicBezTo>
                <a:close/>
                <a:moveTo>
                  <a:pt x="200025" y="228600"/>
                </a:moveTo>
                <a:cubicBezTo>
                  <a:pt x="200025" y="212829"/>
                  <a:pt x="212829" y="200025"/>
                  <a:pt x="228600" y="200025"/>
                </a:cubicBezTo>
                <a:cubicBezTo>
                  <a:pt x="244371" y="200025"/>
                  <a:pt x="257175" y="212829"/>
                  <a:pt x="257175" y="228600"/>
                </a:cubicBezTo>
                <a:cubicBezTo>
                  <a:pt x="257175" y="244371"/>
                  <a:pt x="244371" y="257175"/>
                  <a:pt x="228600" y="257175"/>
                </a:cubicBezTo>
                <a:cubicBezTo>
                  <a:pt x="212829" y="257175"/>
                  <a:pt x="200025" y="244371"/>
                  <a:pt x="200025" y="228600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29" name="Text 26"/>
          <p:cNvSpPr/>
          <p:nvPr/>
        </p:nvSpPr>
        <p:spPr>
          <a:xfrm>
            <a:off x="1778000" y="5778500"/>
            <a:ext cx="1333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 Goal:</a:t>
            </a:r>
            <a:pPr algn="l">
              <a:lnSpc>
                <a:spcPct val="120000"/>
              </a:lnSpc>
            </a:pPr>
            <a:r>
              <a:rPr lang="en-US" sz="20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Aim for </a:t>
            </a:r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Elite (75%+)</a:t>
            </a:r>
            <a:pPr algn="l">
              <a:lnSpc>
                <a:spcPct val="120000"/>
              </a:lnSpc>
            </a:pPr>
            <a:r>
              <a:rPr lang="en-US" sz="20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 </a:t>
            </a:r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B886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Elite + Gold (90%+)</a:t>
            </a:r>
            <a:pPr algn="l">
              <a:lnSpc>
                <a:spcPct val="120000"/>
              </a:lnSpc>
            </a:pPr>
            <a:r>
              <a:rPr lang="en-US" sz="20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these are the certificates that impress recruiters.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NPTEL | IITs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 / 43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Certificates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2000" y="1079500"/>
            <a:ext cx="762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2"/>
          <p:cNvSpPr/>
          <p:nvPr/>
        </p:nvSpPr>
        <p:spPr>
          <a:xfrm>
            <a:off x="762000" y="1460500"/>
            <a:ext cx="71120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275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79500" y="1651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Certificate Hierarchy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079500" y="2095500"/>
            <a:ext cx="6477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079500" y="234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00221" y="0"/>
                </a:moveTo>
                <a:lnTo>
                  <a:pt x="255796" y="0"/>
                </a:lnTo>
                <a:cubicBezTo>
                  <a:pt x="274201" y="0"/>
                  <a:pt x="289203" y="15141"/>
                  <a:pt x="288508" y="33476"/>
                </a:cubicBezTo>
                <a:cubicBezTo>
                  <a:pt x="288369" y="37157"/>
                  <a:pt x="288230" y="40838"/>
                  <a:pt x="288022" y="44450"/>
                </a:cubicBezTo>
                <a:lnTo>
                  <a:pt x="322471" y="44450"/>
                </a:lnTo>
                <a:cubicBezTo>
                  <a:pt x="340598" y="44450"/>
                  <a:pt x="356572" y="59452"/>
                  <a:pt x="355183" y="79038"/>
                </a:cubicBezTo>
                <a:cubicBezTo>
                  <a:pt x="349974" y="151061"/>
                  <a:pt x="313164" y="190649"/>
                  <a:pt x="273229" y="211346"/>
                </a:cubicBezTo>
                <a:cubicBezTo>
                  <a:pt x="262255" y="217041"/>
                  <a:pt x="251073" y="221278"/>
                  <a:pt x="240447" y="224403"/>
                </a:cubicBezTo>
                <a:cubicBezTo>
                  <a:pt x="226417" y="244267"/>
                  <a:pt x="211832" y="254754"/>
                  <a:pt x="200233" y="260380"/>
                </a:cubicBezTo>
                <a:lnTo>
                  <a:pt x="200233" y="311150"/>
                </a:lnTo>
                <a:lnTo>
                  <a:pt x="244683" y="311150"/>
                </a:lnTo>
                <a:cubicBezTo>
                  <a:pt x="256977" y="311150"/>
                  <a:pt x="266908" y="321082"/>
                  <a:pt x="266908" y="333375"/>
                </a:cubicBezTo>
                <a:cubicBezTo>
                  <a:pt x="266908" y="345668"/>
                  <a:pt x="256977" y="355600"/>
                  <a:pt x="244683" y="355600"/>
                </a:cubicBezTo>
                <a:lnTo>
                  <a:pt x="111333" y="355600"/>
                </a:lnTo>
                <a:cubicBezTo>
                  <a:pt x="99040" y="355600"/>
                  <a:pt x="89108" y="345668"/>
                  <a:pt x="89108" y="333375"/>
                </a:cubicBezTo>
                <a:cubicBezTo>
                  <a:pt x="89108" y="321082"/>
                  <a:pt x="99040" y="311150"/>
                  <a:pt x="111333" y="311150"/>
                </a:cubicBezTo>
                <a:lnTo>
                  <a:pt x="155783" y="311150"/>
                </a:lnTo>
                <a:lnTo>
                  <a:pt x="155783" y="260380"/>
                </a:lnTo>
                <a:cubicBezTo>
                  <a:pt x="144671" y="255032"/>
                  <a:pt x="130850" y="245100"/>
                  <a:pt x="117376" y="226834"/>
                </a:cubicBezTo>
                <a:cubicBezTo>
                  <a:pt x="104596" y="223500"/>
                  <a:pt x="90706" y="218430"/>
                  <a:pt x="77162" y="210790"/>
                </a:cubicBezTo>
                <a:cubicBezTo>
                  <a:pt x="39588" y="189746"/>
                  <a:pt x="5695" y="150088"/>
                  <a:pt x="833" y="78899"/>
                </a:cubicBezTo>
                <a:cubicBezTo>
                  <a:pt x="-486" y="59382"/>
                  <a:pt x="15419" y="44381"/>
                  <a:pt x="33546" y="44381"/>
                </a:cubicBezTo>
                <a:lnTo>
                  <a:pt x="67995" y="44381"/>
                </a:lnTo>
                <a:cubicBezTo>
                  <a:pt x="67786" y="40769"/>
                  <a:pt x="67647" y="37157"/>
                  <a:pt x="67508" y="33407"/>
                </a:cubicBezTo>
                <a:cubicBezTo>
                  <a:pt x="66814" y="15002"/>
                  <a:pt x="81816" y="-69"/>
                  <a:pt x="100221" y="-69"/>
                </a:cubicBezTo>
                <a:close/>
                <a:moveTo>
                  <a:pt x="70495" y="77788"/>
                </a:moveTo>
                <a:lnTo>
                  <a:pt x="34101" y="77788"/>
                </a:lnTo>
                <a:cubicBezTo>
                  <a:pt x="38408" y="136614"/>
                  <a:pt x="65425" y="166062"/>
                  <a:pt x="93276" y="181689"/>
                </a:cubicBezTo>
                <a:cubicBezTo>
                  <a:pt x="83274" y="155783"/>
                  <a:pt x="75009" y="121960"/>
                  <a:pt x="70495" y="77788"/>
                </a:cubicBezTo>
                <a:close/>
                <a:moveTo>
                  <a:pt x="263922" y="178356"/>
                </a:moveTo>
                <a:cubicBezTo>
                  <a:pt x="292050" y="161826"/>
                  <a:pt x="317470" y="132447"/>
                  <a:pt x="321776" y="77788"/>
                </a:cubicBezTo>
                <a:lnTo>
                  <a:pt x="285452" y="77788"/>
                </a:lnTo>
                <a:cubicBezTo>
                  <a:pt x="281146" y="120084"/>
                  <a:pt x="273368" y="152936"/>
                  <a:pt x="263922" y="178356"/>
                </a:cubicBez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9" name="Text 6"/>
          <p:cNvSpPr/>
          <p:nvPr/>
        </p:nvSpPr>
        <p:spPr>
          <a:xfrm>
            <a:off x="1549400" y="2286000"/>
            <a:ext cx="596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Elite + Gold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Top 1% performers, highest recognition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79500" y="304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8038" y="88900"/>
                </a:moveTo>
                <a:lnTo>
                  <a:pt x="110887" y="-8959"/>
                </a:lnTo>
                <a:cubicBezTo>
                  <a:pt x="105727" y="-16460"/>
                  <a:pt x="94932" y="-19169"/>
                  <a:pt x="86043" y="-15280"/>
                </a:cubicBezTo>
                <a:lnTo>
                  <a:pt x="17304" y="14794"/>
                </a:lnTo>
                <a:cubicBezTo>
                  <a:pt x="7858" y="18891"/>
                  <a:pt x="4048" y="28893"/>
                  <a:pt x="8731" y="37157"/>
                </a:cubicBezTo>
                <a:lnTo>
                  <a:pt x="63976" y="133767"/>
                </a:lnTo>
                <a:cubicBezTo>
                  <a:pt x="40084" y="157311"/>
                  <a:pt x="25638" y="188287"/>
                  <a:pt x="25638" y="222250"/>
                </a:cubicBezTo>
                <a:cubicBezTo>
                  <a:pt x="25638" y="295870"/>
                  <a:pt x="93901" y="355600"/>
                  <a:pt x="178038" y="355600"/>
                </a:cubicBezTo>
                <a:cubicBezTo>
                  <a:pt x="262176" y="355600"/>
                  <a:pt x="330438" y="295870"/>
                  <a:pt x="330438" y="222250"/>
                </a:cubicBezTo>
                <a:cubicBezTo>
                  <a:pt x="330438" y="188287"/>
                  <a:pt x="315913" y="157311"/>
                  <a:pt x="292100" y="133767"/>
                </a:cubicBezTo>
                <a:lnTo>
                  <a:pt x="347345" y="37157"/>
                </a:lnTo>
                <a:cubicBezTo>
                  <a:pt x="352028" y="28893"/>
                  <a:pt x="348218" y="18891"/>
                  <a:pt x="338852" y="14794"/>
                </a:cubicBezTo>
                <a:lnTo>
                  <a:pt x="270034" y="-15349"/>
                </a:lnTo>
                <a:cubicBezTo>
                  <a:pt x="261144" y="-19239"/>
                  <a:pt x="250269" y="-16460"/>
                  <a:pt x="245189" y="-9029"/>
                </a:cubicBezTo>
                <a:lnTo>
                  <a:pt x="178038" y="88900"/>
                </a:lnTo>
                <a:close/>
                <a:moveTo>
                  <a:pt x="202486" y="187871"/>
                </a:moveTo>
                <a:cubicBezTo>
                  <a:pt x="203597" y="189815"/>
                  <a:pt x="205661" y="191135"/>
                  <a:pt x="208042" y="191413"/>
                </a:cubicBezTo>
                <a:lnTo>
                  <a:pt x="247809" y="196483"/>
                </a:lnTo>
                <a:cubicBezTo>
                  <a:pt x="253921" y="197247"/>
                  <a:pt x="256302" y="203775"/>
                  <a:pt x="251936" y="207595"/>
                </a:cubicBezTo>
                <a:lnTo>
                  <a:pt x="223123" y="232182"/>
                </a:lnTo>
                <a:cubicBezTo>
                  <a:pt x="221377" y="233710"/>
                  <a:pt x="220583" y="235793"/>
                  <a:pt x="220980" y="237946"/>
                </a:cubicBezTo>
                <a:lnTo>
                  <a:pt x="227806" y="272604"/>
                </a:lnTo>
                <a:cubicBezTo>
                  <a:pt x="228838" y="277882"/>
                  <a:pt x="222488" y="281980"/>
                  <a:pt x="217011" y="279479"/>
                </a:cubicBezTo>
                <a:lnTo>
                  <a:pt x="181451" y="263088"/>
                </a:lnTo>
                <a:cubicBezTo>
                  <a:pt x="179308" y="262116"/>
                  <a:pt x="176689" y="262116"/>
                  <a:pt x="174546" y="263088"/>
                </a:cubicBezTo>
                <a:lnTo>
                  <a:pt x="138986" y="279479"/>
                </a:lnTo>
                <a:cubicBezTo>
                  <a:pt x="133509" y="281980"/>
                  <a:pt x="127159" y="277951"/>
                  <a:pt x="128191" y="272604"/>
                </a:cubicBezTo>
                <a:lnTo>
                  <a:pt x="135017" y="237946"/>
                </a:lnTo>
                <a:cubicBezTo>
                  <a:pt x="135414" y="235863"/>
                  <a:pt x="134620" y="233710"/>
                  <a:pt x="132874" y="232182"/>
                </a:cubicBezTo>
                <a:lnTo>
                  <a:pt x="104061" y="207595"/>
                </a:lnTo>
                <a:cubicBezTo>
                  <a:pt x="99616" y="203845"/>
                  <a:pt x="102076" y="197316"/>
                  <a:pt x="108188" y="196483"/>
                </a:cubicBezTo>
                <a:lnTo>
                  <a:pt x="147955" y="191413"/>
                </a:lnTo>
                <a:cubicBezTo>
                  <a:pt x="150336" y="191135"/>
                  <a:pt x="152479" y="189746"/>
                  <a:pt x="153511" y="187871"/>
                </a:cubicBezTo>
                <a:lnTo>
                  <a:pt x="171291" y="156339"/>
                </a:lnTo>
                <a:cubicBezTo>
                  <a:pt x="173990" y="151477"/>
                  <a:pt x="181848" y="151477"/>
                  <a:pt x="184626" y="156339"/>
                </a:cubicBezTo>
                <a:lnTo>
                  <a:pt x="202406" y="187871"/>
                </a:ln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1" name="Text 8"/>
          <p:cNvSpPr/>
          <p:nvPr/>
        </p:nvSpPr>
        <p:spPr>
          <a:xfrm>
            <a:off x="1549400" y="3022600"/>
            <a:ext cx="596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Elite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Score 75%+, industry preferred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79500" y="3556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47673" y="-5556"/>
                </a:moveTo>
                <a:cubicBezTo>
                  <a:pt x="143907" y="-9862"/>
                  <a:pt x="138412" y="-11599"/>
                  <a:pt x="133227" y="-10001"/>
                </a:cubicBezTo>
                <a:cubicBezTo>
                  <a:pt x="128041" y="-8404"/>
                  <a:pt x="124028" y="-3889"/>
                  <a:pt x="122731" y="1945"/>
                </a:cubicBezTo>
                <a:lnTo>
                  <a:pt x="113286" y="43755"/>
                </a:lnTo>
                <a:cubicBezTo>
                  <a:pt x="112607" y="46811"/>
                  <a:pt x="109829" y="48617"/>
                  <a:pt x="107174" y="47714"/>
                </a:cubicBezTo>
                <a:lnTo>
                  <a:pt x="70256" y="36046"/>
                </a:lnTo>
                <a:cubicBezTo>
                  <a:pt x="65070" y="34379"/>
                  <a:pt x="59514" y="36046"/>
                  <a:pt x="55748" y="40283"/>
                </a:cubicBezTo>
                <a:cubicBezTo>
                  <a:pt x="51982" y="44519"/>
                  <a:pt x="50500" y="50770"/>
                  <a:pt x="51982" y="56604"/>
                </a:cubicBezTo>
                <a:lnTo>
                  <a:pt x="62415" y="98137"/>
                </a:lnTo>
                <a:cubicBezTo>
                  <a:pt x="63156" y="101124"/>
                  <a:pt x="61551" y="104249"/>
                  <a:pt x="58896" y="105013"/>
                </a:cubicBezTo>
                <a:lnTo>
                  <a:pt x="21669" y="115639"/>
                </a:lnTo>
                <a:cubicBezTo>
                  <a:pt x="16484" y="117098"/>
                  <a:pt x="12409" y="121682"/>
                  <a:pt x="10989" y="127516"/>
                </a:cubicBezTo>
                <a:cubicBezTo>
                  <a:pt x="9569" y="133350"/>
                  <a:pt x="11113" y="139531"/>
                  <a:pt x="14940" y="143768"/>
                </a:cubicBezTo>
                <a:lnTo>
                  <a:pt x="42413" y="173841"/>
                </a:lnTo>
                <a:cubicBezTo>
                  <a:pt x="44388" y="175994"/>
                  <a:pt x="44388" y="179606"/>
                  <a:pt x="42413" y="181828"/>
                </a:cubicBezTo>
                <a:lnTo>
                  <a:pt x="15002" y="211901"/>
                </a:lnTo>
                <a:cubicBezTo>
                  <a:pt x="11174" y="216138"/>
                  <a:pt x="9631" y="222319"/>
                  <a:pt x="11051" y="228154"/>
                </a:cubicBezTo>
                <a:cubicBezTo>
                  <a:pt x="12471" y="233988"/>
                  <a:pt x="16545" y="238502"/>
                  <a:pt x="21731" y="240030"/>
                </a:cubicBezTo>
                <a:lnTo>
                  <a:pt x="58896" y="250656"/>
                </a:lnTo>
                <a:cubicBezTo>
                  <a:pt x="61613" y="251420"/>
                  <a:pt x="63218" y="254546"/>
                  <a:pt x="62415" y="257532"/>
                </a:cubicBezTo>
                <a:lnTo>
                  <a:pt x="51982" y="298996"/>
                </a:lnTo>
                <a:cubicBezTo>
                  <a:pt x="50500" y="304830"/>
                  <a:pt x="51982" y="311081"/>
                  <a:pt x="55748" y="315317"/>
                </a:cubicBezTo>
                <a:cubicBezTo>
                  <a:pt x="59514" y="319554"/>
                  <a:pt x="65070" y="321221"/>
                  <a:pt x="70256" y="319554"/>
                </a:cubicBezTo>
                <a:lnTo>
                  <a:pt x="107174" y="307816"/>
                </a:lnTo>
                <a:cubicBezTo>
                  <a:pt x="109829" y="306983"/>
                  <a:pt x="112607" y="308789"/>
                  <a:pt x="113286" y="311775"/>
                </a:cubicBezTo>
                <a:lnTo>
                  <a:pt x="122731" y="353586"/>
                </a:lnTo>
                <a:cubicBezTo>
                  <a:pt x="124028" y="359420"/>
                  <a:pt x="128102" y="364004"/>
                  <a:pt x="133288" y="365601"/>
                </a:cubicBezTo>
                <a:cubicBezTo>
                  <a:pt x="138474" y="367199"/>
                  <a:pt x="143969" y="365462"/>
                  <a:pt x="147735" y="361156"/>
                </a:cubicBezTo>
                <a:lnTo>
                  <a:pt x="174466" y="330250"/>
                </a:lnTo>
                <a:cubicBezTo>
                  <a:pt x="176380" y="328027"/>
                  <a:pt x="179590" y="328027"/>
                  <a:pt x="181566" y="330250"/>
                </a:cubicBezTo>
                <a:lnTo>
                  <a:pt x="208236" y="361156"/>
                </a:lnTo>
                <a:cubicBezTo>
                  <a:pt x="212002" y="365462"/>
                  <a:pt x="217496" y="367199"/>
                  <a:pt x="222682" y="365601"/>
                </a:cubicBezTo>
                <a:cubicBezTo>
                  <a:pt x="227868" y="364004"/>
                  <a:pt x="231881" y="359420"/>
                  <a:pt x="233239" y="353586"/>
                </a:cubicBezTo>
                <a:lnTo>
                  <a:pt x="242685" y="311845"/>
                </a:lnTo>
                <a:cubicBezTo>
                  <a:pt x="243364" y="308789"/>
                  <a:pt x="246142" y="306983"/>
                  <a:pt x="248797" y="307886"/>
                </a:cubicBezTo>
                <a:lnTo>
                  <a:pt x="285715" y="319623"/>
                </a:lnTo>
                <a:cubicBezTo>
                  <a:pt x="290901" y="321290"/>
                  <a:pt x="296457" y="319623"/>
                  <a:pt x="300223" y="315387"/>
                </a:cubicBezTo>
                <a:cubicBezTo>
                  <a:pt x="303989" y="311150"/>
                  <a:pt x="305470" y="304899"/>
                  <a:pt x="303989" y="299065"/>
                </a:cubicBezTo>
                <a:lnTo>
                  <a:pt x="293555" y="257532"/>
                </a:lnTo>
                <a:cubicBezTo>
                  <a:pt x="292814" y="254546"/>
                  <a:pt x="294420" y="251420"/>
                  <a:pt x="297074" y="250656"/>
                </a:cubicBezTo>
                <a:lnTo>
                  <a:pt x="334239" y="240030"/>
                </a:lnTo>
                <a:cubicBezTo>
                  <a:pt x="339425" y="238571"/>
                  <a:pt x="343500" y="233988"/>
                  <a:pt x="344920" y="228154"/>
                </a:cubicBezTo>
                <a:cubicBezTo>
                  <a:pt x="346340" y="222319"/>
                  <a:pt x="344796" y="216069"/>
                  <a:pt x="340969" y="211901"/>
                </a:cubicBezTo>
                <a:lnTo>
                  <a:pt x="313496" y="181828"/>
                </a:lnTo>
                <a:cubicBezTo>
                  <a:pt x="311520" y="179675"/>
                  <a:pt x="311520" y="176064"/>
                  <a:pt x="313496" y="173841"/>
                </a:cubicBezTo>
                <a:lnTo>
                  <a:pt x="340969" y="143768"/>
                </a:lnTo>
                <a:cubicBezTo>
                  <a:pt x="344796" y="139531"/>
                  <a:pt x="346340" y="133350"/>
                  <a:pt x="344920" y="127516"/>
                </a:cubicBezTo>
                <a:cubicBezTo>
                  <a:pt x="343500" y="121682"/>
                  <a:pt x="339425" y="117167"/>
                  <a:pt x="334239" y="115639"/>
                </a:cubicBezTo>
                <a:lnTo>
                  <a:pt x="297074" y="105013"/>
                </a:lnTo>
                <a:cubicBezTo>
                  <a:pt x="294358" y="104249"/>
                  <a:pt x="292753" y="101124"/>
                  <a:pt x="293555" y="98137"/>
                </a:cubicBezTo>
                <a:lnTo>
                  <a:pt x="303989" y="56604"/>
                </a:lnTo>
                <a:cubicBezTo>
                  <a:pt x="305470" y="50770"/>
                  <a:pt x="303989" y="44519"/>
                  <a:pt x="300223" y="40283"/>
                </a:cubicBezTo>
                <a:cubicBezTo>
                  <a:pt x="296457" y="36046"/>
                  <a:pt x="290901" y="34379"/>
                  <a:pt x="285715" y="36046"/>
                </a:cubicBezTo>
                <a:lnTo>
                  <a:pt x="248797" y="47784"/>
                </a:lnTo>
                <a:cubicBezTo>
                  <a:pt x="246142" y="48617"/>
                  <a:pt x="243364" y="46811"/>
                  <a:pt x="242685" y="43825"/>
                </a:cubicBezTo>
                <a:lnTo>
                  <a:pt x="233239" y="1945"/>
                </a:lnTo>
                <a:cubicBezTo>
                  <a:pt x="231943" y="-3889"/>
                  <a:pt x="227868" y="-8473"/>
                  <a:pt x="222682" y="-10071"/>
                </a:cubicBezTo>
                <a:cubicBezTo>
                  <a:pt x="217496" y="-11668"/>
                  <a:pt x="212002" y="-9932"/>
                  <a:pt x="208236" y="-5626"/>
                </a:cubicBezTo>
                <a:lnTo>
                  <a:pt x="181504" y="25350"/>
                </a:lnTo>
                <a:cubicBezTo>
                  <a:pt x="179590" y="27573"/>
                  <a:pt x="176380" y="27573"/>
                  <a:pt x="174405" y="25350"/>
                </a:cubicBezTo>
                <a:lnTo>
                  <a:pt x="147673" y="-5556"/>
                </a:ln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3" name="Text 10"/>
          <p:cNvSpPr/>
          <p:nvPr/>
        </p:nvSpPr>
        <p:spPr>
          <a:xfrm>
            <a:off x="1549400" y="3530600"/>
            <a:ext cx="596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Successful Completion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Score 60%+, credit eligible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079500" y="406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64748B"/>
          </a:solidFill>
          <a:ln/>
        </p:spPr>
      </p:sp>
      <p:sp>
        <p:nvSpPr>
          <p:cNvPr id="15" name="Text 12"/>
          <p:cNvSpPr/>
          <p:nvPr/>
        </p:nvSpPr>
        <p:spPr>
          <a:xfrm>
            <a:off x="1549400" y="4038600"/>
            <a:ext cx="596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Completion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Score 40-59%, basic recognition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79500" y="4572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15987" y="115987"/>
                </a:moveTo>
                <a:cubicBezTo>
                  <a:pt x="122515" y="109458"/>
                  <a:pt x="133072" y="109458"/>
                  <a:pt x="139531" y="115987"/>
                </a:cubicBezTo>
                <a:lnTo>
                  <a:pt x="177731" y="154186"/>
                </a:lnTo>
                <a:lnTo>
                  <a:pt x="215930" y="115987"/>
                </a:lnTo>
                <a:cubicBezTo>
                  <a:pt x="222458" y="109458"/>
                  <a:pt x="233015" y="109458"/>
                  <a:pt x="239474" y="115987"/>
                </a:cubicBezTo>
                <a:cubicBezTo>
                  <a:pt x="245934" y="122515"/>
                  <a:pt x="246003" y="133072"/>
                  <a:pt x="239474" y="139531"/>
                </a:cubicBezTo>
                <a:lnTo>
                  <a:pt x="201275" y="177731"/>
                </a:lnTo>
                <a:lnTo>
                  <a:pt x="239474" y="215930"/>
                </a:lnTo>
                <a:cubicBezTo>
                  <a:pt x="246003" y="222458"/>
                  <a:pt x="246003" y="233015"/>
                  <a:pt x="239474" y="239474"/>
                </a:cubicBezTo>
                <a:cubicBezTo>
                  <a:pt x="232946" y="245934"/>
                  <a:pt x="222389" y="246003"/>
                  <a:pt x="215930" y="239474"/>
                </a:cubicBezTo>
                <a:lnTo>
                  <a:pt x="177731" y="201275"/>
                </a:lnTo>
                <a:lnTo>
                  <a:pt x="139531" y="239474"/>
                </a:lnTo>
                <a:cubicBezTo>
                  <a:pt x="133003" y="246003"/>
                  <a:pt x="122446" y="246003"/>
                  <a:pt x="115987" y="239474"/>
                </a:cubicBezTo>
                <a:cubicBezTo>
                  <a:pt x="109528" y="232946"/>
                  <a:pt x="109458" y="222389"/>
                  <a:pt x="115987" y="215930"/>
                </a:cubicBezTo>
                <a:lnTo>
                  <a:pt x="154186" y="177731"/>
                </a:lnTo>
                <a:lnTo>
                  <a:pt x="115987" y="139531"/>
                </a:lnTo>
                <a:cubicBezTo>
                  <a:pt x="109458" y="133003"/>
                  <a:pt x="109458" y="122446"/>
                  <a:pt x="115987" y="115987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7" name="Text 14"/>
          <p:cNvSpPr/>
          <p:nvPr/>
        </p:nvSpPr>
        <p:spPr>
          <a:xfrm>
            <a:off x="1549400" y="4546600"/>
            <a:ext cx="596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Below 40%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No certificate awarded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255000" y="1460500"/>
            <a:ext cx="7239000" cy="3556000"/>
          </a:xfrm>
          <a:prstGeom prst="roundRect">
            <a:avLst>
              <a:gd name="adj" fmla="val 8000"/>
            </a:avLst>
          </a:prstGeom>
          <a:solidFill>
            <a:srgbClr val="1B4F8F"/>
          </a:solidFill>
          <a:ln/>
          <a:effectLst>
            <a:outerShdw sx="100000" sy="100000" kx="0" ky="0" algn="bl" rotWithShape="0" blurRad="127000" dist="38100" dir="5400000">
              <a:srgbClr val="1b4f8f">
                <a:alpha val="18824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572500" y="1651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Certificate Includes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8572500" y="2095500"/>
            <a:ext cx="6604000" cy="0"/>
          </a:xfrm>
          <a:prstGeom prst="straightConnector1">
            <a:avLst/>
          </a:prstGeom>
          <a:noFill/>
          <a:ln w="12700">
            <a:solidFill>
              <a:srgbClr val="FFFFFF">
                <a:alpha val="18824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Text 18"/>
          <p:cNvSpPr/>
          <p:nvPr/>
        </p:nvSpPr>
        <p:spPr>
          <a:xfrm>
            <a:off x="8572500" y="22860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Student full name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572500" y="27305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Course name and duration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572500" y="31750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IIT professor signature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572500" y="36195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NPTEL &amp; IIT logos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572500" y="40640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QR code for verification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572500" y="45085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Unique certification ID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NPTEL | IITs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 / 43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Domain Certification Program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2000" y="1079500"/>
            <a:ext cx="762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2"/>
          <p:cNvSpPr/>
          <p:nvPr/>
        </p:nvSpPr>
        <p:spPr>
          <a:xfrm>
            <a:off x="762000" y="1460500"/>
            <a:ext cx="14732000" cy="1143000"/>
          </a:xfrm>
          <a:prstGeom prst="roundRect">
            <a:avLst>
              <a:gd name="adj" fmla="val 6000"/>
            </a:avLst>
          </a:prstGeom>
          <a:solidFill>
            <a:srgbClr val="1B4F8F"/>
          </a:solidFill>
          <a:ln/>
          <a:effectLst>
            <a:outerShdw sx="100000" sy="100000" kx="0" ky="0" algn="bl" rotWithShape="0" blurRad="101600" dist="38100" dir="5400000">
              <a:srgbClr val="1b4f8f">
                <a:alpha val="18824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79500" y="17145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</a:t>
            </a:r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courses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a domain  →  Earn a </a:t>
            </a:r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Domain Certificate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→  Show </a:t>
            </a:r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specialized expertise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employers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62000" y="2921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Available Domains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62000" y="3492500"/>
            <a:ext cx="34925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16000" y="3708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3344" y="38894"/>
                </a:moveTo>
                <a:cubicBezTo>
                  <a:pt x="83344" y="17433"/>
                  <a:pt x="100776" y="0"/>
                  <a:pt x="122238" y="0"/>
                </a:cubicBezTo>
                <a:lnTo>
                  <a:pt x="138906" y="0"/>
                </a:lnTo>
                <a:cubicBezTo>
                  <a:pt x="151199" y="0"/>
                  <a:pt x="161131" y="9932"/>
                  <a:pt x="161131" y="22225"/>
                </a:cubicBezTo>
                <a:lnTo>
                  <a:pt x="161131" y="333375"/>
                </a:lnTo>
                <a:cubicBezTo>
                  <a:pt x="161131" y="345668"/>
                  <a:pt x="151199" y="355600"/>
                  <a:pt x="138906" y="355600"/>
                </a:cubicBezTo>
                <a:lnTo>
                  <a:pt x="116681" y="355600"/>
                </a:lnTo>
                <a:cubicBezTo>
                  <a:pt x="95984" y="355600"/>
                  <a:pt x="78551" y="341432"/>
                  <a:pt x="73620" y="322263"/>
                </a:cubicBezTo>
                <a:cubicBezTo>
                  <a:pt x="73134" y="322263"/>
                  <a:pt x="72717" y="322263"/>
                  <a:pt x="72231" y="322263"/>
                </a:cubicBezTo>
                <a:cubicBezTo>
                  <a:pt x="41533" y="322263"/>
                  <a:pt x="16669" y="297398"/>
                  <a:pt x="16669" y="266700"/>
                </a:cubicBezTo>
                <a:cubicBezTo>
                  <a:pt x="16669" y="254198"/>
                  <a:pt x="20836" y="242669"/>
                  <a:pt x="27781" y="233363"/>
                </a:cubicBezTo>
                <a:cubicBezTo>
                  <a:pt x="14307" y="223222"/>
                  <a:pt x="5556" y="207109"/>
                  <a:pt x="5556" y="188913"/>
                </a:cubicBezTo>
                <a:cubicBezTo>
                  <a:pt x="5556" y="167451"/>
                  <a:pt x="17780" y="148769"/>
                  <a:pt x="35560" y="139531"/>
                </a:cubicBezTo>
                <a:cubicBezTo>
                  <a:pt x="30629" y="131197"/>
                  <a:pt x="27781" y="121474"/>
                  <a:pt x="27781" y="111125"/>
                </a:cubicBezTo>
                <a:cubicBezTo>
                  <a:pt x="27781" y="80427"/>
                  <a:pt x="52645" y="55563"/>
                  <a:pt x="83344" y="55563"/>
                </a:cubicBezTo>
                <a:lnTo>
                  <a:pt x="83344" y="38894"/>
                </a:lnTo>
                <a:close/>
                <a:moveTo>
                  <a:pt x="272256" y="38894"/>
                </a:moveTo>
                <a:lnTo>
                  <a:pt x="272256" y="55563"/>
                </a:lnTo>
                <a:cubicBezTo>
                  <a:pt x="302955" y="55563"/>
                  <a:pt x="327819" y="80427"/>
                  <a:pt x="327819" y="111125"/>
                </a:cubicBezTo>
                <a:cubicBezTo>
                  <a:pt x="327819" y="121543"/>
                  <a:pt x="324971" y="131266"/>
                  <a:pt x="320040" y="139531"/>
                </a:cubicBezTo>
                <a:cubicBezTo>
                  <a:pt x="337889" y="148769"/>
                  <a:pt x="350044" y="167382"/>
                  <a:pt x="350044" y="188913"/>
                </a:cubicBezTo>
                <a:cubicBezTo>
                  <a:pt x="350044" y="207109"/>
                  <a:pt x="341293" y="223222"/>
                  <a:pt x="327819" y="233363"/>
                </a:cubicBezTo>
                <a:cubicBezTo>
                  <a:pt x="334764" y="242669"/>
                  <a:pt x="338931" y="254198"/>
                  <a:pt x="338931" y="266700"/>
                </a:cubicBezTo>
                <a:cubicBezTo>
                  <a:pt x="338931" y="297398"/>
                  <a:pt x="314067" y="322263"/>
                  <a:pt x="283369" y="322263"/>
                </a:cubicBezTo>
                <a:cubicBezTo>
                  <a:pt x="282883" y="322263"/>
                  <a:pt x="282466" y="322263"/>
                  <a:pt x="281980" y="322263"/>
                </a:cubicBezTo>
                <a:cubicBezTo>
                  <a:pt x="277049" y="341432"/>
                  <a:pt x="259616" y="355600"/>
                  <a:pt x="238919" y="355600"/>
                </a:cubicBezTo>
                <a:lnTo>
                  <a:pt x="216694" y="355600"/>
                </a:lnTo>
                <a:cubicBezTo>
                  <a:pt x="204401" y="355600"/>
                  <a:pt x="194469" y="345668"/>
                  <a:pt x="194469" y="333375"/>
                </a:cubicBezTo>
                <a:lnTo>
                  <a:pt x="194469" y="22225"/>
                </a:lnTo>
                <a:cubicBezTo>
                  <a:pt x="194469" y="9932"/>
                  <a:pt x="204401" y="0"/>
                  <a:pt x="216694" y="0"/>
                </a:cubicBezTo>
                <a:lnTo>
                  <a:pt x="233363" y="0"/>
                </a:lnTo>
                <a:cubicBezTo>
                  <a:pt x="254824" y="0"/>
                  <a:pt x="272256" y="17433"/>
                  <a:pt x="272256" y="38894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0" name="Text 7"/>
          <p:cNvSpPr/>
          <p:nvPr/>
        </p:nvSpPr>
        <p:spPr>
          <a:xfrm>
            <a:off x="1498600" y="3683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Science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508500" y="3492500"/>
            <a:ext cx="34925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62500" y="3708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95580" y="0"/>
                </a:moveTo>
                <a:cubicBezTo>
                  <a:pt x="195580" y="-12293"/>
                  <a:pt x="187635" y="-22225"/>
                  <a:pt x="177800" y="-22225"/>
                </a:cubicBezTo>
                <a:cubicBezTo>
                  <a:pt x="167965" y="-22225"/>
                  <a:pt x="160020" y="-12293"/>
                  <a:pt x="160020" y="0"/>
                </a:cubicBezTo>
                <a:lnTo>
                  <a:pt x="160020" y="44450"/>
                </a:lnTo>
                <a:lnTo>
                  <a:pt x="106680" y="44450"/>
                </a:lnTo>
                <a:cubicBezTo>
                  <a:pt x="77232" y="44450"/>
                  <a:pt x="53340" y="74315"/>
                  <a:pt x="53340" y="111125"/>
                </a:cubicBezTo>
                <a:lnTo>
                  <a:pt x="53340" y="266700"/>
                </a:lnTo>
                <a:cubicBezTo>
                  <a:pt x="53340" y="303510"/>
                  <a:pt x="77232" y="333375"/>
                  <a:pt x="106680" y="333375"/>
                </a:cubicBezTo>
                <a:lnTo>
                  <a:pt x="248920" y="333375"/>
                </a:lnTo>
                <a:cubicBezTo>
                  <a:pt x="278368" y="333375"/>
                  <a:pt x="302260" y="303510"/>
                  <a:pt x="302260" y="266700"/>
                </a:cubicBezTo>
                <a:lnTo>
                  <a:pt x="302260" y="111125"/>
                </a:lnTo>
                <a:cubicBezTo>
                  <a:pt x="302260" y="74315"/>
                  <a:pt x="278368" y="44450"/>
                  <a:pt x="248920" y="44450"/>
                </a:cubicBezTo>
                <a:lnTo>
                  <a:pt x="195580" y="44450"/>
                </a:lnTo>
                <a:lnTo>
                  <a:pt x="195580" y="0"/>
                </a:lnTo>
                <a:close/>
                <a:moveTo>
                  <a:pt x="88900" y="255587"/>
                </a:moveTo>
                <a:cubicBezTo>
                  <a:pt x="88900" y="246350"/>
                  <a:pt x="94845" y="238919"/>
                  <a:pt x="102235" y="238919"/>
                </a:cubicBezTo>
                <a:lnTo>
                  <a:pt x="120015" y="238919"/>
                </a:lnTo>
                <a:cubicBezTo>
                  <a:pt x="127405" y="238919"/>
                  <a:pt x="133350" y="246350"/>
                  <a:pt x="133350" y="255587"/>
                </a:cubicBezTo>
                <a:cubicBezTo>
                  <a:pt x="133350" y="264825"/>
                  <a:pt x="127405" y="272256"/>
                  <a:pt x="120015" y="272256"/>
                </a:cubicBezTo>
                <a:lnTo>
                  <a:pt x="102235" y="272256"/>
                </a:lnTo>
                <a:cubicBezTo>
                  <a:pt x="94845" y="272256"/>
                  <a:pt x="88900" y="264825"/>
                  <a:pt x="88900" y="255587"/>
                </a:cubicBezTo>
                <a:close/>
                <a:moveTo>
                  <a:pt x="155575" y="255587"/>
                </a:moveTo>
                <a:cubicBezTo>
                  <a:pt x="155575" y="246350"/>
                  <a:pt x="161520" y="238919"/>
                  <a:pt x="168910" y="238919"/>
                </a:cubicBezTo>
                <a:lnTo>
                  <a:pt x="186690" y="238919"/>
                </a:lnTo>
                <a:cubicBezTo>
                  <a:pt x="194080" y="238919"/>
                  <a:pt x="200025" y="246350"/>
                  <a:pt x="200025" y="255587"/>
                </a:cubicBezTo>
                <a:cubicBezTo>
                  <a:pt x="200025" y="264825"/>
                  <a:pt x="194080" y="272256"/>
                  <a:pt x="186690" y="272256"/>
                </a:cubicBezTo>
                <a:lnTo>
                  <a:pt x="168910" y="272256"/>
                </a:lnTo>
                <a:cubicBezTo>
                  <a:pt x="161520" y="272256"/>
                  <a:pt x="155575" y="264825"/>
                  <a:pt x="155575" y="255587"/>
                </a:cubicBezTo>
                <a:close/>
                <a:moveTo>
                  <a:pt x="222250" y="255587"/>
                </a:moveTo>
                <a:cubicBezTo>
                  <a:pt x="222250" y="246350"/>
                  <a:pt x="228195" y="238919"/>
                  <a:pt x="235585" y="238919"/>
                </a:cubicBezTo>
                <a:lnTo>
                  <a:pt x="253365" y="238919"/>
                </a:lnTo>
                <a:cubicBezTo>
                  <a:pt x="260755" y="238919"/>
                  <a:pt x="266700" y="246350"/>
                  <a:pt x="266700" y="255587"/>
                </a:cubicBezTo>
                <a:cubicBezTo>
                  <a:pt x="266700" y="264825"/>
                  <a:pt x="260755" y="272256"/>
                  <a:pt x="253365" y="272256"/>
                </a:cubicBezTo>
                <a:lnTo>
                  <a:pt x="235585" y="272256"/>
                </a:lnTo>
                <a:cubicBezTo>
                  <a:pt x="228195" y="272256"/>
                  <a:pt x="222250" y="264825"/>
                  <a:pt x="222250" y="255587"/>
                </a:cubicBezTo>
                <a:close/>
                <a:moveTo>
                  <a:pt x="124460" y="122238"/>
                </a:moveTo>
                <a:cubicBezTo>
                  <a:pt x="139180" y="122238"/>
                  <a:pt x="151130" y="137176"/>
                  <a:pt x="151130" y="155575"/>
                </a:cubicBezTo>
                <a:cubicBezTo>
                  <a:pt x="151130" y="173974"/>
                  <a:pt x="139180" y="188913"/>
                  <a:pt x="124460" y="188913"/>
                </a:cubicBezTo>
                <a:cubicBezTo>
                  <a:pt x="109740" y="188913"/>
                  <a:pt x="97790" y="173974"/>
                  <a:pt x="97790" y="155575"/>
                </a:cubicBezTo>
                <a:cubicBezTo>
                  <a:pt x="97790" y="137176"/>
                  <a:pt x="109740" y="122238"/>
                  <a:pt x="124460" y="122238"/>
                </a:cubicBezTo>
                <a:close/>
                <a:moveTo>
                  <a:pt x="204470" y="155575"/>
                </a:moveTo>
                <a:cubicBezTo>
                  <a:pt x="204470" y="137176"/>
                  <a:pt x="216420" y="122238"/>
                  <a:pt x="231140" y="122238"/>
                </a:cubicBezTo>
                <a:cubicBezTo>
                  <a:pt x="245860" y="122238"/>
                  <a:pt x="257810" y="137176"/>
                  <a:pt x="257810" y="155575"/>
                </a:cubicBezTo>
                <a:cubicBezTo>
                  <a:pt x="257810" y="173974"/>
                  <a:pt x="245860" y="188913"/>
                  <a:pt x="231140" y="188913"/>
                </a:cubicBezTo>
                <a:cubicBezTo>
                  <a:pt x="216420" y="188913"/>
                  <a:pt x="204470" y="173974"/>
                  <a:pt x="204470" y="155575"/>
                </a:cubicBezTo>
                <a:close/>
                <a:moveTo>
                  <a:pt x="35560" y="155575"/>
                </a:moveTo>
                <a:cubicBezTo>
                  <a:pt x="35560" y="143282"/>
                  <a:pt x="27615" y="133350"/>
                  <a:pt x="17780" y="133350"/>
                </a:cubicBezTo>
                <a:cubicBezTo>
                  <a:pt x="7945" y="133350"/>
                  <a:pt x="0" y="143282"/>
                  <a:pt x="0" y="155575"/>
                </a:cubicBezTo>
                <a:lnTo>
                  <a:pt x="0" y="222250"/>
                </a:lnTo>
                <a:cubicBezTo>
                  <a:pt x="0" y="234543"/>
                  <a:pt x="7945" y="244475"/>
                  <a:pt x="17780" y="244475"/>
                </a:cubicBezTo>
                <a:cubicBezTo>
                  <a:pt x="27615" y="244475"/>
                  <a:pt x="35560" y="234543"/>
                  <a:pt x="35560" y="222250"/>
                </a:cubicBezTo>
                <a:lnTo>
                  <a:pt x="35560" y="155575"/>
                </a:lnTo>
                <a:close/>
                <a:moveTo>
                  <a:pt x="337820" y="133350"/>
                </a:moveTo>
                <a:cubicBezTo>
                  <a:pt x="327985" y="133350"/>
                  <a:pt x="320040" y="143282"/>
                  <a:pt x="320040" y="155575"/>
                </a:cubicBezTo>
                <a:lnTo>
                  <a:pt x="320040" y="222250"/>
                </a:lnTo>
                <a:cubicBezTo>
                  <a:pt x="320040" y="234543"/>
                  <a:pt x="327985" y="244475"/>
                  <a:pt x="337820" y="244475"/>
                </a:cubicBezTo>
                <a:cubicBezTo>
                  <a:pt x="347655" y="244475"/>
                  <a:pt x="355600" y="234543"/>
                  <a:pt x="355600" y="222250"/>
                </a:cubicBezTo>
                <a:lnTo>
                  <a:pt x="355600" y="155575"/>
                </a:lnTo>
                <a:cubicBezTo>
                  <a:pt x="355600" y="143282"/>
                  <a:pt x="347655" y="133350"/>
                  <a:pt x="337820" y="133350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3" name="Text 10"/>
          <p:cNvSpPr/>
          <p:nvPr/>
        </p:nvSpPr>
        <p:spPr>
          <a:xfrm>
            <a:off x="5245100" y="3683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/ ML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255000" y="3492500"/>
            <a:ext cx="34925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509000" y="3708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6" name="Text 13"/>
          <p:cNvSpPr/>
          <p:nvPr/>
        </p:nvSpPr>
        <p:spPr>
          <a:xfrm>
            <a:off x="8991600" y="3683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Cyber Security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2001500" y="3492500"/>
            <a:ext cx="34925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2255500" y="3708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233363"/>
                </a:moveTo>
                <a:cubicBezTo>
                  <a:pt x="0" y="288578"/>
                  <a:pt x="39820" y="333375"/>
                  <a:pt x="88900" y="333375"/>
                </a:cubicBezTo>
                <a:lnTo>
                  <a:pt x="276578" y="333375"/>
                </a:lnTo>
                <a:cubicBezTo>
                  <a:pt x="320225" y="333375"/>
                  <a:pt x="355600" y="293578"/>
                  <a:pt x="355600" y="244475"/>
                </a:cubicBezTo>
                <a:cubicBezTo>
                  <a:pt x="355600" y="208637"/>
                  <a:pt x="336770" y="177731"/>
                  <a:pt x="309607" y="163701"/>
                </a:cubicBezTo>
                <a:cubicBezTo>
                  <a:pt x="313743" y="154603"/>
                  <a:pt x="316089" y="144254"/>
                  <a:pt x="316089" y="133350"/>
                </a:cubicBezTo>
                <a:cubicBezTo>
                  <a:pt x="316089" y="96540"/>
                  <a:pt x="289542" y="66675"/>
                  <a:pt x="256822" y="66675"/>
                </a:cubicBezTo>
                <a:cubicBezTo>
                  <a:pt x="245895" y="66675"/>
                  <a:pt x="235708" y="70009"/>
                  <a:pt x="226942" y="75773"/>
                </a:cubicBezTo>
                <a:cubicBezTo>
                  <a:pt x="212064" y="43964"/>
                  <a:pt x="182368" y="22225"/>
                  <a:pt x="148167" y="22225"/>
                </a:cubicBezTo>
                <a:cubicBezTo>
                  <a:pt x="99086" y="22225"/>
                  <a:pt x="59267" y="67022"/>
                  <a:pt x="59267" y="122238"/>
                </a:cubicBezTo>
                <a:cubicBezTo>
                  <a:pt x="59267" y="127794"/>
                  <a:pt x="59699" y="133281"/>
                  <a:pt x="60440" y="138559"/>
                </a:cubicBezTo>
                <a:cubicBezTo>
                  <a:pt x="25312" y="151894"/>
                  <a:pt x="0" y="189329"/>
                  <a:pt x="0" y="233363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9" name="Text 16"/>
          <p:cNvSpPr/>
          <p:nvPr/>
        </p:nvSpPr>
        <p:spPr>
          <a:xfrm>
            <a:off x="12738100" y="3683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Computing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62000" y="4635500"/>
            <a:ext cx="34925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016000" y="4851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22238" y="16669"/>
                </a:moveTo>
                <a:cubicBezTo>
                  <a:pt x="122238" y="7431"/>
                  <a:pt x="114806" y="0"/>
                  <a:pt x="105569" y="0"/>
                </a:cubicBezTo>
                <a:cubicBezTo>
                  <a:pt x="96331" y="0"/>
                  <a:pt x="88900" y="7431"/>
                  <a:pt x="88900" y="16669"/>
                </a:cubicBezTo>
                <a:lnTo>
                  <a:pt x="88900" y="44450"/>
                </a:lnTo>
                <a:cubicBezTo>
                  <a:pt x="64383" y="44450"/>
                  <a:pt x="44450" y="64383"/>
                  <a:pt x="44450" y="88900"/>
                </a:cubicBezTo>
                <a:lnTo>
                  <a:pt x="16669" y="88900"/>
                </a:lnTo>
                <a:cubicBezTo>
                  <a:pt x="7431" y="88900"/>
                  <a:pt x="0" y="96331"/>
                  <a:pt x="0" y="105569"/>
                </a:cubicBezTo>
                <a:cubicBezTo>
                  <a:pt x="0" y="114806"/>
                  <a:pt x="7431" y="122238"/>
                  <a:pt x="16669" y="122238"/>
                </a:cubicBezTo>
                <a:lnTo>
                  <a:pt x="44450" y="122238"/>
                </a:lnTo>
                <a:lnTo>
                  <a:pt x="44450" y="161131"/>
                </a:lnTo>
                <a:lnTo>
                  <a:pt x="16669" y="161131"/>
                </a:lnTo>
                <a:cubicBezTo>
                  <a:pt x="7431" y="161131"/>
                  <a:pt x="0" y="168563"/>
                  <a:pt x="0" y="177800"/>
                </a:cubicBezTo>
                <a:cubicBezTo>
                  <a:pt x="0" y="187037"/>
                  <a:pt x="7431" y="194469"/>
                  <a:pt x="16669" y="194469"/>
                </a:cubicBezTo>
                <a:lnTo>
                  <a:pt x="44450" y="194469"/>
                </a:lnTo>
                <a:lnTo>
                  <a:pt x="44450" y="233363"/>
                </a:lnTo>
                <a:lnTo>
                  <a:pt x="16669" y="233363"/>
                </a:lnTo>
                <a:cubicBezTo>
                  <a:pt x="7431" y="233363"/>
                  <a:pt x="0" y="240794"/>
                  <a:pt x="0" y="250031"/>
                </a:cubicBezTo>
                <a:cubicBezTo>
                  <a:pt x="0" y="259269"/>
                  <a:pt x="7431" y="266700"/>
                  <a:pt x="16669" y="266700"/>
                </a:cubicBezTo>
                <a:lnTo>
                  <a:pt x="44450" y="266700"/>
                </a:lnTo>
                <a:cubicBezTo>
                  <a:pt x="44450" y="291217"/>
                  <a:pt x="64383" y="311150"/>
                  <a:pt x="88900" y="311150"/>
                </a:cubicBezTo>
                <a:lnTo>
                  <a:pt x="88900" y="338931"/>
                </a:lnTo>
                <a:cubicBezTo>
                  <a:pt x="88900" y="348169"/>
                  <a:pt x="96331" y="355600"/>
                  <a:pt x="105569" y="355600"/>
                </a:cubicBezTo>
                <a:cubicBezTo>
                  <a:pt x="114806" y="355600"/>
                  <a:pt x="122238" y="348169"/>
                  <a:pt x="122238" y="338931"/>
                </a:cubicBezTo>
                <a:lnTo>
                  <a:pt x="122238" y="311150"/>
                </a:lnTo>
                <a:lnTo>
                  <a:pt x="161131" y="311150"/>
                </a:lnTo>
                <a:lnTo>
                  <a:pt x="161131" y="338931"/>
                </a:lnTo>
                <a:cubicBezTo>
                  <a:pt x="161131" y="348169"/>
                  <a:pt x="168563" y="355600"/>
                  <a:pt x="177800" y="355600"/>
                </a:cubicBezTo>
                <a:cubicBezTo>
                  <a:pt x="187037" y="355600"/>
                  <a:pt x="194469" y="348169"/>
                  <a:pt x="194469" y="338931"/>
                </a:cubicBezTo>
                <a:lnTo>
                  <a:pt x="194469" y="311150"/>
                </a:lnTo>
                <a:lnTo>
                  <a:pt x="233363" y="311150"/>
                </a:lnTo>
                <a:lnTo>
                  <a:pt x="233363" y="338931"/>
                </a:lnTo>
                <a:cubicBezTo>
                  <a:pt x="233363" y="348169"/>
                  <a:pt x="240794" y="355600"/>
                  <a:pt x="250031" y="355600"/>
                </a:cubicBezTo>
                <a:cubicBezTo>
                  <a:pt x="259269" y="355600"/>
                  <a:pt x="266700" y="348169"/>
                  <a:pt x="266700" y="338931"/>
                </a:cubicBezTo>
                <a:lnTo>
                  <a:pt x="266700" y="311150"/>
                </a:lnTo>
                <a:cubicBezTo>
                  <a:pt x="291217" y="311150"/>
                  <a:pt x="311150" y="291217"/>
                  <a:pt x="311150" y="266700"/>
                </a:cubicBezTo>
                <a:lnTo>
                  <a:pt x="338931" y="266700"/>
                </a:lnTo>
                <a:cubicBezTo>
                  <a:pt x="348169" y="266700"/>
                  <a:pt x="355600" y="259269"/>
                  <a:pt x="355600" y="250031"/>
                </a:cubicBezTo>
                <a:cubicBezTo>
                  <a:pt x="355600" y="240794"/>
                  <a:pt x="348169" y="233363"/>
                  <a:pt x="338931" y="233363"/>
                </a:cubicBezTo>
                <a:lnTo>
                  <a:pt x="311150" y="233363"/>
                </a:lnTo>
                <a:lnTo>
                  <a:pt x="311150" y="194469"/>
                </a:lnTo>
                <a:lnTo>
                  <a:pt x="338931" y="194469"/>
                </a:lnTo>
                <a:cubicBezTo>
                  <a:pt x="348169" y="194469"/>
                  <a:pt x="355600" y="187037"/>
                  <a:pt x="355600" y="177800"/>
                </a:cubicBezTo>
                <a:cubicBezTo>
                  <a:pt x="355600" y="168563"/>
                  <a:pt x="348169" y="161131"/>
                  <a:pt x="338931" y="161131"/>
                </a:cubicBezTo>
                <a:lnTo>
                  <a:pt x="311150" y="161131"/>
                </a:lnTo>
                <a:lnTo>
                  <a:pt x="311150" y="122238"/>
                </a:lnTo>
                <a:lnTo>
                  <a:pt x="338931" y="122238"/>
                </a:lnTo>
                <a:cubicBezTo>
                  <a:pt x="348169" y="122238"/>
                  <a:pt x="355600" y="114806"/>
                  <a:pt x="355600" y="105569"/>
                </a:cubicBezTo>
                <a:cubicBezTo>
                  <a:pt x="355600" y="96331"/>
                  <a:pt x="348169" y="88900"/>
                  <a:pt x="338931" y="88900"/>
                </a:cubicBezTo>
                <a:lnTo>
                  <a:pt x="311150" y="88900"/>
                </a:lnTo>
                <a:cubicBezTo>
                  <a:pt x="311150" y="64383"/>
                  <a:pt x="291217" y="44450"/>
                  <a:pt x="266700" y="44450"/>
                </a:cubicBezTo>
                <a:lnTo>
                  <a:pt x="266700" y="16669"/>
                </a:lnTo>
                <a:cubicBezTo>
                  <a:pt x="266700" y="7431"/>
                  <a:pt x="259269" y="0"/>
                  <a:pt x="250031" y="0"/>
                </a:cubicBezTo>
                <a:cubicBezTo>
                  <a:pt x="240794" y="0"/>
                  <a:pt x="233363" y="7431"/>
                  <a:pt x="233363" y="16669"/>
                </a:cubicBezTo>
                <a:lnTo>
                  <a:pt x="233363" y="44450"/>
                </a:lnTo>
                <a:lnTo>
                  <a:pt x="194469" y="44450"/>
                </a:lnTo>
                <a:lnTo>
                  <a:pt x="194469" y="16669"/>
                </a:lnTo>
                <a:cubicBezTo>
                  <a:pt x="194469" y="7431"/>
                  <a:pt x="187037" y="0"/>
                  <a:pt x="177800" y="0"/>
                </a:cubicBezTo>
                <a:cubicBezTo>
                  <a:pt x="168563" y="0"/>
                  <a:pt x="161131" y="7431"/>
                  <a:pt x="161131" y="16669"/>
                </a:cubicBezTo>
                <a:lnTo>
                  <a:pt x="161131" y="44450"/>
                </a:lnTo>
                <a:lnTo>
                  <a:pt x="122238" y="44450"/>
                </a:lnTo>
                <a:lnTo>
                  <a:pt x="122238" y="16669"/>
                </a:lnTo>
                <a:close/>
                <a:moveTo>
                  <a:pt x="111125" y="88900"/>
                </a:moveTo>
                <a:lnTo>
                  <a:pt x="244475" y="88900"/>
                </a:lnTo>
                <a:cubicBezTo>
                  <a:pt x="256768" y="88900"/>
                  <a:pt x="266700" y="98832"/>
                  <a:pt x="266700" y="111125"/>
                </a:cubicBezTo>
                <a:lnTo>
                  <a:pt x="266700" y="244475"/>
                </a:lnTo>
                <a:cubicBezTo>
                  <a:pt x="266700" y="256768"/>
                  <a:pt x="256768" y="266700"/>
                  <a:pt x="244475" y="266700"/>
                </a:cubicBezTo>
                <a:lnTo>
                  <a:pt x="111125" y="266700"/>
                </a:lnTo>
                <a:cubicBezTo>
                  <a:pt x="98832" y="266700"/>
                  <a:pt x="88900" y="256768"/>
                  <a:pt x="88900" y="244475"/>
                </a:cubicBezTo>
                <a:lnTo>
                  <a:pt x="88900" y="111125"/>
                </a:lnTo>
                <a:cubicBezTo>
                  <a:pt x="88900" y="98832"/>
                  <a:pt x="98832" y="88900"/>
                  <a:pt x="111125" y="88900"/>
                </a:cubicBezTo>
                <a:close/>
                <a:moveTo>
                  <a:pt x="122238" y="122238"/>
                </a:moveTo>
                <a:lnTo>
                  <a:pt x="122238" y="233363"/>
                </a:lnTo>
                <a:lnTo>
                  <a:pt x="233363" y="233363"/>
                </a:lnTo>
                <a:lnTo>
                  <a:pt x="233363" y="122238"/>
                </a:lnTo>
                <a:lnTo>
                  <a:pt x="122238" y="122238"/>
                </a:ln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22" name="Text 19"/>
          <p:cNvSpPr/>
          <p:nvPr/>
        </p:nvSpPr>
        <p:spPr>
          <a:xfrm>
            <a:off x="1498600" y="4826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VLSI Design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508500" y="4635500"/>
            <a:ext cx="34925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62500" y="4851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3106" y="61119"/>
                </a:moveTo>
                <a:lnTo>
                  <a:pt x="202494" y="61119"/>
                </a:lnTo>
                <a:lnTo>
                  <a:pt x="202494" y="94456"/>
                </a:lnTo>
                <a:lnTo>
                  <a:pt x="153106" y="94456"/>
                </a:lnTo>
                <a:lnTo>
                  <a:pt x="153106" y="61119"/>
                </a:lnTo>
                <a:close/>
                <a:moveTo>
                  <a:pt x="148167" y="22225"/>
                </a:moveTo>
                <a:cubicBezTo>
                  <a:pt x="131807" y="22225"/>
                  <a:pt x="118533" y="37157"/>
                  <a:pt x="118533" y="55563"/>
                </a:cubicBezTo>
                <a:lnTo>
                  <a:pt x="118533" y="100013"/>
                </a:lnTo>
                <a:cubicBezTo>
                  <a:pt x="118533" y="118418"/>
                  <a:pt x="131807" y="133350"/>
                  <a:pt x="148167" y="133350"/>
                </a:cubicBezTo>
                <a:lnTo>
                  <a:pt x="158044" y="133350"/>
                </a:lnTo>
                <a:lnTo>
                  <a:pt x="158044" y="155575"/>
                </a:lnTo>
                <a:lnTo>
                  <a:pt x="19756" y="155575"/>
                </a:lnTo>
                <a:cubicBezTo>
                  <a:pt x="8828" y="155575"/>
                  <a:pt x="0" y="165507"/>
                  <a:pt x="0" y="177800"/>
                </a:cubicBezTo>
                <a:cubicBezTo>
                  <a:pt x="0" y="190093"/>
                  <a:pt x="8828" y="200025"/>
                  <a:pt x="19756" y="200025"/>
                </a:cubicBezTo>
                <a:lnTo>
                  <a:pt x="79022" y="200025"/>
                </a:lnTo>
                <a:lnTo>
                  <a:pt x="79022" y="222250"/>
                </a:lnTo>
                <a:lnTo>
                  <a:pt x="69144" y="222250"/>
                </a:lnTo>
                <a:cubicBezTo>
                  <a:pt x="52784" y="222250"/>
                  <a:pt x="39511" y="237182"/>
                  <a:pt x="39511" y="255587"/>
                </a:cubicBezTo>
                <a:lnTo>
                  <a:pt x="39511" y="300038"/>
                </a:lnTo>
                <a:cubicBezTo>
                  <a:pt x="39511" y="318443"/>
                  <a:pt x="52784" y="333375"/>
                  <a:pt x="69144" y="333375"/>
                </a:cubicBezTo>
                <a:lnTo>
                  <a:pt x="128411" y="333375"/>
                </a:lnTo>
                <a:cubicBezTo>
                  <a:pt x="144771" y="333375"/>
                  <a:pt x="158044" y="318443"/>
                  <a:pt x="158044" y="300038"/>
                </a:cubicBezTo>
                <a:lnTo>
                  <a:pt x="158044" y="255587"/>
                </a:lnTo>
                <a:cubicBezTo>
                  <a:pt x="158044" y="237182"/>
                  <a:pt x="144771" y="222250"/>
                  <a:pt x="128411" y="222250"/>
                </a:cubicBezTo>
                <a:lnTo>
                  <a:pt x="118533" y="222250"/>
                </a:lnTo>
                <a:lnTo>
                  <a:pt x="118533" y="200025"/>
                </a:lnTo>
                <a:lnTo>
                  <a:pt x="237067" y="200025"/>
                </a:lnTo>
                <a:lnTo>
                  <a:pt x="237067" y="222250"/>
                </a:lnTo>
                <a:lnTo>
                  <a:pt x="227189" y="222250"/>
                </a:lnTo>
                <a:cubicBezTo>
                  <a:pt x="210829" y="222250"/>
                  <a:pt x="197556" y="237182"/>
                  <a:pt x="197556" y="255587"/>
                </a:cubicBezTo>
                <a:lnTo>
                  <a:pt x="197556" y="300038"/>
                </a:lnTo>
                <a:cubicBezTo>
                  <a:pt x="197556" y="318443"/>
                  <a:pt x="210829" y="333375"/>
                  <a:pt x="227189" y="333375"/>
                </a:cubicBezTo>
                <a:lnTo>
                  <a:pt x="286456" y="333375"/>
                </a:lnTo>
                <a:cubicBezTo>
                  <a:pt x="302816" y="333375"/>
                  <a:pt x="316089" y="318443"/>
                  <a:pt x="316089" y="300038"/>
                </a:cubicBezTo>
                <a:lnTo>
                  <a:pt x="316089" y="255587"/>
                </a:lnTo>
                <a:cubicBezTo>
                  <a:pt x="316089" y="237182"/>
                  <a:pt x="302816" y="222250"/>
                  <a:pt x="286456" y="222250"/>
                </a:cubicBezTo>
                <a:lnTo>
                  <a:pt x="276578" y="222250"/>
                </a:lnTo>
                <a:lnTo>
                  <a:pt x="276578" y="200025"/>
                </a:lnTo>
                <a:lnTo>
                  <a:pt x="335844" y="200025"/>
                </a:lnTo>
                <a:cubicBezTo>
                  <a:pt x="346772" y="200025"/>
                  <a:pt x="355600" y="190093"/>
                  <a:pt x="355600" y="177800"/>
                </a:cubicBezTo>
                <a:cubicBezTo>
                  <a:pt x="355600" y="165507"/>
                  <a:pt x="346772" y="155575"/>
                  <a:pt x="335844" y="155575"/>
                </a:cubicBezTo>
                <a:lnTo>
                  <a:pt x="197556" y="155575"/>
                </a:lnTo>
                <a:lnTo>
                  <a:pt x="197556" y="133350"/>
                </a:lnTo>
                <a:lnTo>
                  <a:pt x="207433" y="133350"/>
                </a:lnTo>
                <a:cubicBezTo>
                  <a:pt x="223793" y="133350"/>
                  <a:pt x="237067" y="118418"/>
                  <a:pt x="237067" y="100013"/>
                </a:cubicBezTo>
                <a:lnTo>
                  <a:pt x="237067" y="55563"/>
                </a:lnTo>
                <a:cubicBezTo>
                  <a:pt x="237067" y="37157"/>
                  <a:pt x="223793" y="22225"/>
                  <a:pt x="207433" y="22225"/>
                </a:cubicBezTo>
                <a:lnTo>
                  <a:pt x="148167" y="22225"/>
                </a:lnTo>
                <a:close/>
                <a:moveTo>
                  <a:pt x="276578" y="261144"/>
                </a:moveTo>
                <a:lnTo>
                  <a:pt x="281517" y="261144"/>
                </a:lnTo>
                <a:lnTo>
                  <a:pt x="281517" y="294481"/>
                </a:lnTo>
                <a:lnTo>
                  <a:pt x="232128" y="294481"/>
                </a:lnTo>
                <a:lnTo>
                  <a:pt x="232128" y="261144"/>
                </a:lnTo>
                <a:lnTo>
                  <a:pt x="276578" y="261144"/>
                </a:lnTo>
                <a:close/>
                <a:moveTo>
                  <a:pt x="118533" y="261144"/>
                </a:moveTo>
                <a:lnTo>
                  <a:pt x="123472" y="261144"/>
                </a:lnTo>
                <a:lnTo>
                  <a:pt x="123472" y="294481"/>
                </a:lnTo>
                <a:lnTo>
                  <a:pt x="74083" y="294481"/>
                </a:lnTo>
                <a:lnTo>
                  <a:pt x="74083" y="261144"/>
                </a:lnTo>
                <a:lnTo>
                  <a:pt x="118533" y="261144"/>
                </a:ln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25" name="Text 22"/>
          <p:cNvSpPr/>
          <p:nvPr/>
        </p:nvSpPr>
        <p:spPr>
          <a:xfrm>
            <a:off x="5245100" y="4826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IoT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8255000" y="4635500"/>
            <a:ext cx="34925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8509000" y="4851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744" y="833"/>
                </a:moveTo>
                <a:cubicBezTo>
                  <a:pt x="212249" y="-2570"/>
                  <a:pt x="201321" y="4306"/>
                  <a:pt x="198296" y="16113"/>
                </a:cubicBezTo>
                <a:lnTo>
                  <a:pt x="119274" y="327263"/>
                </a:lnTo>
                <a:cubicBezTo>
                  <a:pt x="116249" y="339070"/>
                  <a:pt x="122361" y="351363"/>
                  <a:pt x="132856" y="354767"/>
                </a:cubicBezTo>
                <a:cubicBezTo>
                  <a:pt x="143351" y="358170"/>
                  <a:pt x="154279" y="351294"/>
                  <a:pt x="157304" y="339487"/>
                </a:cubicBezTo>
                <a:lnTo>
                  <a:pt x="236326" y="28337"/>
                </a:lnTo>
                <a:cubicBezTo>
                  <a:pt x="239351" y="16530"/>
                  <a:pt x="233239" y="4237"/>
                  <a:pt x="222744" y="833"/>
                </a:cubicBezTo>
                <a:close/>
                <a:moveTo>
                  <a:pt x="262625" y="95359"/>
                </a:moveTo>
                <a:cubicBezTo>
                  <a:pt x="254908" y="104041"/>
                  <a:pt x="254908" y="118140"/>
                  <a:pt x="262625" y="126821"/>
                </a:cubicBezTo>
                <a:lnTo>
                  <a:pt x="307940" y="177800"/>
                </a:lnTo>
                <a:lnTo>
                  <a:pt x="262625" y="228779"/>
                </a:lnTo>
                <a:cubicBezTo>
                  <a:pt x="254908" y="237460"/>
                  <a:pt x="254908" y="251559"/>
                  <a:pt x="262625" y="260241"/>
                </a:cubicBezTo>
                <a:cubicBezTo>
                  <a:pt x="270342" y="268922"/>
                  <a:pt x="282875" y="268922"/>
                  <a:pt x="290592" y="260241"/>
                </a:cubicBezTo>
                <a:lnTo>
                  <a:pt x="349859" y="193566"/>
                </a:lnTo>
                <a:cubicBezTo>
                  <a:pt x="357576" y="184884"/>
                  <a:pt x="357576" y="170785"/>
                  <a:pt x="349859" y="162104"/>
                </a:cubicBezTo>
                <a:lnTo>
                  <a:pt x="290592" y="95429"/>
                </a:lnTo>
                <a:cubicBezTo>
                  <a:pt x="282875" y="86747"/>
                  <a:pt x="270342" y="86747"/>
                  <a:pt x="262625" y="95429"/>
                </a:cubicBezTo>
                <a:close/>
                <a:moveTo>
                  <a:pt x="93036" y="95359"/>
                </a:moveTo>
                <a:cubicBezTo>
                  <a:pt x="85319" y="86678"/>
                  <a:pt x="72787" y="86678"/>
                  <a:pt x="65070" y="95359"/>
                </a:cubicBezTo>
                <a:lnTo>
                  <a:pt x="5803" y="162034"/>
                </a:lnTo>
                <a:cubicBezTo>
                  <a:pt x="-1914" y="170716"/>
                  <a:pt x="-1914" y="184815"/>
                  <a:pt x="5803" y="193496"/>
                </a:cubicBezTo>
                <a:lnTo>
                  <a:pt x="65070" y="260171"/>
                </a:lnTo>
                <a:cubicBezTo>
                  <a:pt x="72787" y="268853"/>
                  <a:pt x="85319" y="268853"/>
                  <a:pt x="93036" y="260171"/>
                </a:cubicBezTo>
                <a:cubicBezTo>
                  <a:pt x="100753" y="251490"/>
                  <a:pt x="100753" y="237391"/>
                  <a:pt x="93036" y="228709"/>
                </a:cubicBezTo>
                <a:lnTo>
                  <a:pt x="47722" y="177800"/>
                </a:lnTo>
                <a:lnTo>
                  <a:pt x="92975" y="126821"/>
                </a:lnTo>
                <a:cubicBezTo>
                  <a:pt x="100692" y="118140"/>
                  <a:pt x="100692" y="104041"/>
                  <a:pt x="92975" y="95359"/>
                </a:cubicBez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28" name="Text 25"/>
          <p:cNvSpPr/>
          <p:nvPr/>
        </p:nvSpPr>
        <p:spPr>
          <a:xfrm>
            <a:off x="8991600" y="4826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Programming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12001500" y="4635500"/>
            <a:ext cx="34925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2255500" y="4851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44450"/>
                </a:moveTo>
                <a:cubicBezTo>
                  <a:pt x="44450" y="32157"/>
                  <a:pt x="34518" y="22225"/>
                  <a:pt x="22225" y="22225"/>
                </a:cubicBezTo>
                <a:cubicBezTo>
                  <a:pt x="9932" y="22225"/>
                  <a:pt x="0" y="32157"/>
                  <a:pt x="0" y="44450"/>
                </a:cubicBezTo>
                <a:lnTo>
                  <a:pt x="0" y="277813"/>
                </a:lnTo>
                <a:cubicBezTo>
                  <a:pt x="0" y="308511"/>
                  <a:pt x="24864" y="333375"/>
                  <a:pt x="55563" y="333375"/>
                </a:cubicBezTo>
                <a:lnTo>
                  <a:pt x="333375" y="333375"/>
                </a:lnTo>
                <a:cubicBezTo>
                  <a:pt x="345668" y="333375"/>
                  <a:pt x="355600" y="323443"/>
                  <a:pt x="355600" y="311150"/>
                </a:cubicBezTo>
                <a:cubicBezTo>
                  <a:pt x="355600" y="298857"/>
                  <a:pt x="345668" y="288925"/>
                  <a:pt x="333375" y="288925"/>
                </a:cubicBezTo>
                <a:lnTo>
                  <a:pt x="55563" y="288925"/>
                </a:lnTo>
                <a:cubicBezTo>
                  <a:pt x="49451" y="288925"/>
                  <a:pt x="44450" y="283924"/>
                  <a:pt x="44450" y="277813"/>
                </a:cubicBezTo>
                <a:lnTo>
                  <a:pt x="44450" y="44450"/>
                </a:lnTo>
                <a:close/>
                <a:moveTo>
                  <a:pt x="326846" y="104596"/>
                </a:moveTo>
                <a:cubicBezTo>
                  <a:pt x="335528" y="95915"/>
                  <a:pt x="335528" y="81816"/>
                  <a:pt x="326846" y="73134"/>
                </a:cubicBezTo>
                <a:cubicBezTo>
                  <a:pt x="318165" y="64453"/>
                  <a:pt x="304066" y="64453"/>
                  <a:pt x="295384" y="73134"/>
                </a:cubicBezTo>
                <a:lnTo>
                  <a:pt x="222250" y="146338"/>
                </a:lnTo>
                <a:lnTo>
                  <a:pt x="182384" y="106541"/>
                </a:lnTo>
                <a:cubicBezTo>
                  <a:pt x="173702" y="97859"/>
                  <a:pt x="159603" y="97859"/>
                  <a:pt x="150922" y="106541"/>
                </a:cubicBezTo>
                <a:lnTo>
                  <a:pt x="84247" y="173216"/>
                </a:lnTo>
                <a:cubicBezTo>
                  <a:pt x="75565" y="181898"/>
                  <a:pt x="75565" y="195997"/>
                  <a:pt x="84247" y="204678"/>
                </a:cubicBezTo>
                <a:cubicBezTo>
                  <a:pt x="92928" y="213360"/>
                  <a:pt x="107027" y="213360"/>
                  <a:pt x="115709" y="204678"/>
                </a:cubicBezTo>
                <a:lnTo>
                  <a:pt x="166688" y="153700"/>
                </a:lnTo>
                <a:lnTo>
                  <a:pt x="206554" y="193566"/>
                </a:lnTo>
                <a:cubicBezTo>
                  <a:pt x="215235" y="202248"/>
                  <a:pt x="229334" y="202248"/>
                  <a:pt x="238016" y="193566"/>
                </a:cubicBezTo>
                <a:lnTo>
                  <a:pt x="326916" y="104666"/>
                </a:ln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31" name="Text 28"/>
          <p:cNvSpPr/>
          <p:nvPr/>
        </p:nvSpPr>
        <p:spPr>
          <a:xfrm>
            <a:off x="12738100" y="4826000"/>
            <a:ext cx="254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Management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762000" y="5969000"/>
            <a:ext cx="14732000" cy="1016000"/>
          </a:xfrm>
          <a:prstGeom prst="roundRect">
            <a:avLst>
              <a:gd name="adj" fmla="val 8000"/>
            </a:avLst>
          </a:prstGeom>
          <a:solidFill>
            <a:srgbClr val="E87722">
              <a:alpha val="8235"/>
            </a:srgbClr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143000" y="622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45666" y="-16877"/>
                </a:moveTo>
                <a:cubicBezTo>
                  <a:pt x="242411" y="-24021"/>
                  <a:pt x="235823" y="-28575"/>
                  <a:pt x="228679" y="-28575"/>
                </a:cubicBezTo>
                <a:cubicBezTo>
                  <a:pt x="221536" y="-28575"/>
                  <a:pt x="214948" y="-24021"/>
                  <a:pt x="211693" y="-16877"/>
                </a:cubicBezTo>
                <a:lnTo>
                  <a:pt x="153273" y="111889"/>
                </a:lnTo>
                <a:lnTo>
                  <a:pt x="26353" y="134570"/>
                </a:lnTo>
                <a:cubicBezTo>
                  <a:pt x="19288" y="135821"/>
                  <a:pt x="13414" y="141446"/>
                  <a:pt x="11192" y="149126"/>
                </a:cubicBezTo>
                <a:cubicBezTo>
                  <a:pt x="8969" y="156805"/>
                  <a:pt x="10795" y="165199"/>
                  <a:pt x="15796" y="170914"/>
                </a:cubicBezTo>
                <a:lnTo>
                  <a:pt x="106601" y="273159"/>
                </a:lnTo>
                <a:lnTo>
                  <a:pt x="86598" y="415945"/>
                </a:lnTo>
                <a:cubicBezTo>
                  <a:pt x="85487" y="423892"/>
                  <a:pt x="88424" y="431929"/>
                  <a:pt x="94218" y="436662"/>
                </a:cubicBezTo>
                <a:cubicBezTo>
                  <a:pt x="100013" y="441394"/>
                  <a:pt x="107633" y="442109"/>
                  <a:pt x="114062" y="438448"/>
                </a:cubicBezTo>
                <a:lnTo>
                  <a:pt x="228679" y="372904"/>
                </a:lnTo>
                <a:lnTo>
                  <a:pt x="343218" y="438448"/>
                </a:lnTo>
                <a:cubicBezTo>
                  <a:pt x="349568" y="442109"/>
                  <a:pt x="357267" y="441394"/>
                  <a:pt x="363061" y="436662"/>
                </a:cubicBezTo>
                <a:cubicBezTo>
                  <a:pt x="368856" y="431929"/>
                  <a:pt x="371793" y="423982"/>
                  <a:pt x="370681" y="415945"/>
                </a:cubicBezTo>
                <a:lnTo>
                  <a:pt x="350599" y="273159"/>
                </a:lnTo>
                <a:lnTo>
                  <a:pt x="441404" y="170914"/>
                </a:lnTo>
                <a:cubicBezTo>
                  <a:pt x="446484" y="165199"/>
                  <a:pt x="448231" y="156805"/>
                  <a:pt x="446008" y="149126"/>
                </a:cubicBezTo>
                <a:cubicBezTo>
                  <a:pt x="443786" y="141446"/>
                  <a:pt x="437991" y="135821"/>
                  <a:pt x="430847" y="134570"/>
                </a:cubicBezTo>
                <a:lnTo>
                  <a:pt x="304006" y="111889"/>
                </a:lnTo>
                <a:lnTo>
                  <a:pt x="245666" y="-16877"/>
                </a:ln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34" name="Text 31"/>
          <p:cNvSpPr/>
          <p:nvPr/>
        </p:nvSpPr>
        <p:spPr>
          <a:xfrm>
            <a:off x="1778000" y="6032500"/>
            <a:ext cx="1333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Benefit: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Domain certificates carry </a:t>
            </a:r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weightage in placements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than individual course certificates. They demonstrate deep expertise in a specific area.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NPTEL | IITs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17 / 43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4F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6502400" cy="9144000"/>
          </a:xfrm>
          <a:prstGeom prst="rect">
            <a:avLst/>
          </a:prstGeom>
          <a:solidFill>
            <a:srgbClr val="1B4F8F"/>
          </a:solidFill>
          <a:ln/>
        </p:spPr>
      </p:sp>
      <p:pic>
        <p:nvPicPr>
          <p:cNvPr id="4" name="Image 0" descr="https://kimi-img.moonshot.cn/pub/slides/okc/e32s5zdbnfdd4/mnt/agents/output/nptel-presentation/images/8_New_flexible_learning_engineer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02400" y="0"/>
            <a:ext cx="9753600" cy="9144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502400" y="0"/>
            <a:ext cx="9753600" cy="9144000"/>
          </a:xfrm>
          <a:prstGeom prst="rect">
            <a:avLst/>
          </a:prstGeom>
          <a:gradFill rotWithShape="1" flip="none">
            <a:gsLst>
              <a:gs pos="0">
                <a:srgbClr val="1B4F8F"/>
              </a:gs>
              <a:gs pos="30000">
                <a:srgbClr val="1B4F8F">
                  <a:alpha val="50000"/>
                </a:srgbClr>
              </a:gs>
              <a:gs pos="100000">
                <a:srgbClr val="1B4F8F">
                  <a:alpha val="6000"/>
                </a:srgbClr>
              </a:gs>
            </a:gsLst>
            <a:lin ang="0" scaled="1"/>
          </a:gradFill>
          <a:ln/>
        </p:spPr>
      </p:sp>
      <p:sp>
        <p:nvSpPr>
          <p:cNvPr id="6" name="Text 2"/>
          <p:cNvSpPr/>
          <p:nvPr/>
        </p:nvSpPr>
        <p:spPr>
          <a:xfrm>
            <a:off x="762000" y="2286000"/>
            <a:ext cx="508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2000" dirty="0"/>
          </a:p>
        </p:txBody>
      </p:sp>
      <p:sp>
        <p:nvSpPr>
          <p:cNvPr id="7" name="Shape 3"/>
          <p:cNvSpPr/>
          <p:nvPr/>
        </p:nvSpPr>
        <p:spPr>
          <a:xfrm>
            <a:off x="762000" y="4318000"/>
            <a:ext cx="762000" cy="635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8" name="Text 4"/>
          <p:cNvSpPr/>
          <p:nvPr/>
        </p:nvSpPr>
        <p:spPr>
          <a:xfrm>
            <a:off x="762000" y="4635500"/>
            <a:ext cx="533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Academic Credit System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762000" y="53975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Earn credits through NPTEL + SWAYAM + ABC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508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SWAYAM Platform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2000" y="1079500"/>
            <a:ext cx="762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2"/>
          <p:cNvSpPr/>
          <p:nvPr/>
        </p:nvSpPr>
        <p:spPr>
          <a:xfrm>
            <a:off x="762000" y="1460500"/>
            <a:ext cx="71120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275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79500" y="1714500"/>
            <a:ext cx="2540000" cy="381000"/>
          </a:xfrm>
          <a:prstGeom prst="roundRect">
            <a:avLst>
              <a:gd name="adj" fmla="val 50000"/>
            </a:avLst>
          </a:prstGeom>
          <a:solidFill>
            <a:srgbClr val="1B4F8F"/>
          </a:solidFill>
          <a:ln/>
        </p:spPr>
      </p:sp>
      <p:sp>
        <p:nvSpPr>
          <p:cNvPr id="7" name="Text 4"/>
          <p:cNvSpPr/>
          <p:nvPr/>
        </p:nvSpPr>
        <p:spPr>
          <a:xfrm>
            <a:off x="1079500" y="1714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 WEBS OF ACTIVE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746500" y="1714500"/>
            <a:ext cx="2032000" cy="381000"/>
          </a:xfrm>
          <a:prstGeom prst="roundRect">
            <a:avLst>
              <a:gd name="adj" fmla="val 50000"/>
            </a:avLst>
          </a:prstGeom>
          <a:solidFill>
            <a:srgbClr val="E87722"/>
          </a:solidFill>
          <a:ln/>
        </p:spPr>
      </p:sp>
      <p:sp>
        <p:nvSpPr>
          <p:cNvPr id="9" name="Text 6"/>
          <p:cNvSpPr/>
          <p:nvPr/>
        </p:nvSpPr>
        <p:spPr>
          <a:xfrm>
            <a:off x="3746500" y="1714500"/>
            <a:ext cx="20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BY MOOC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79500" y="2286000"/>
            <a:ext cx="647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Government of India's official MOOC platform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79500" y="2768600"/>
            <a:ext cx="6477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2" name="Shape 9"/>
          <p:cNvSpPr/>
          <p:nvPr/>
        </p:nvSpPr>
        <p:spPr>
          <a:xfrm>
            <a:off x="1079500" y="2984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279400"/>
                </a:moveTo>
                <a:cubicBezTo>
                  <a:pt x="216803" y="279400"/>
                  <a:pt x="279400" y="216803"/>
                  <a:pt x="279400" y="139700"/>
                </a:cubicBezTo>
                <a:cubicBezTo>
                  <a:pt x="279400" y="62597"/>
                  <a:pt x="216803" y="0"/>
                  <a:pt x="139700" y="0"/>
                </a:cubicBezTo>
                <a:cubicBezTo>
                  <a:pt x="62597" y="0"/>
                  <a:pt x="0" y="62597"/>
                  <a:pt x="0" y="139700"/>
                </a:cubicBezTo>
                <a:cubicBezTo>
                  <a:pt x="0" y="216803"/>
                  <a:pt x="62597" y="279400"/>
                  <a:pt x="139700" y="279400"/>
                </a:cubicBezTo>
                <a:close/>
                <a:moveTo>
                  <a:pt x="185757" y="116071"/>
                </a:moveTo>
                <a:lnTo>
                  <a:pt x="142101" y="185921"/>
                </a:lnTo>
                <a:cubicBezTo>
                  <a:pt x="139809" y="189577"/>
                  <a:pt x="135880" y="191869"/>
                  <a:pt x="131569" y="192088"/>
                </a:cubicBezTo>
                <a:cubicBezTo>
                  <a:pt x="127258" y="192306"/>
                  <a:pt x="123111" y="190341"/>
                  <a:pt x="120546" y="186849"/>
                </a:cubicBezTo>
                <a:lnTo>
                  <a:pt x="94352" y="151924"/>
                </a:lnTo>
                <a:cubicBezTo>
                  <a:pt x="89986" y="146139"/>
                  <a:pt x="91187" y="137954"/>
                  <a:pt x="96971" y="133588"/>
                </a:cubicBezTo>
                <a:cubicBezTo>
                  <a:pt x="102756" y="129223"/>
                  <a:pt x="110941" y="130423"/>
                  <a:pt x="115307" y="136208"/>
                </a:cubicBezTo>
                <a:lnTo>
                  <a:pt x="130041" y="155853"/>
                </a:lnTo>
                <a:lnTo>
                  <a:pt x="163547" y="102210"/>
                </a:lnTo>
                <a:cubicBezTo>
                  <a:pt x="167367" y="96098"/>
                  <a:pt x="175444" y="94188"/>
                  <a:pt x="181610" y="98063"/>
                </a:cubicBezTo>
                <a:cubicBezTo>
                  <a:pt x="187776" y="101937"/>
                  <a:pt x="189632" y="109959"/>
                  <a:pt x="185757" y="116126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3" name="Text 10"/>
          <p:cNvSpPr/>
          <p:nvPr/>
        </p:nvSpPr>
        <p:spPr>
          <a:xfrm>
            <a:off x="1498600" y="29464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Integrates NPTEL courses for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academic credit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079500" y="34544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279400"/>
                </a:moveTo>
                <a:cubicBezTo>
                  <a:pt x="216803" y="279400"/>
                  <a:pt x="279400" y="216803"/>
                  <a:pt x="279400" y="139700"/>
                </a:cubicBezTo>
                <a:cubicBezTo>
                  <a:pt x="279400" y="62597"/>
                  <a:pt x="216803" y="0"/>
                  <a:pt x="139700" y="0"/>
                </a:cubicBezTo>
                <a:cubicBezTo>
                  <a:pt x="62597" y="0"/>
                  <a:pt x="0" y="62597"/>
                  <a:pt x="0" y="139700"/>
                </a:cubicBezTo>
                <a:cubicBezTo>
                  <a:pt x="0" y="216803"/>
                  <a:pt x="62597" y="279400"/>
                  <a:pt x="139700" y="279400"/>
                </a:cubicBezTo>
                <a:close/>
                <a:moveTo>
                  <a:pt x="185757" y="116071"/>
                </a:moveTo>
                <a:lnTo>
                  <a:pt x="142101" y="185921"/>
                </a:lnTo>
                <a:cubicBezTo>
                  <a:pt x="139809" y="189577"/>
                  <a:pt x="135880" y="191869"/>
                  <a:pt x="131569" y="192088"/>
                </a:cubicBezTo>
                <a:cubicBezTo>
                  <a:pt x="127258" y="192306"/>
                  <a:pt x="123111" y="190341"/>
                  <a:pt x="120546" y="186849"/>
                </a:cubicBezTo>
                <a:lnTo>
                  <a:pt x="94352" y="151924"/>
                </a:lnTo>
                <a:cubicBezTo>
                  <a:pt x="89986" y="146139"/>
                  <a:pt x="91187" y="137954"/>
                  <a:pt x="96971" y="133588"/>
                </a:cubicBezTo>
                <a:cubicBezTo>
                  <a:pt x="102756" y="129223"/>
                  <a:pt x="110941" y="130423"/>
                  <a:pt x="115307" y="136208"/>
                </a:cubicBezTo>
                <a:lnTo>
                  <a:pt x="130041" y="155853"/>
                </a:lnTo>
                <a:lnTo>
                  <a:pt x="163547" y="102210"/>
                </a:lnTo>
                <a:cubicBezTo>
                  <a:pt x="167367" y="96098"/>
                  <a:pt x="175444" y="94188"/>
                  <a:pt x="181610" y="98063"/>
                </a:cubicBezTo>
                <a:cubicBezTo>
                  <a:pt x="187776" y="101937"/>
                  <a:pt x="189632" y="109959"/>
                  <a:pt x="185757" y="116126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5" name="Text 12"/>
          <p:cNvSpPr/>
          <p:nvPr/>
        </p:nvSpPr>
        <p:spPr>
          <a:xfrm>
            <a:off x="1498600" y="34163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UGC-approved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credit transfer framework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079500" y="39243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279400"/>
                </a:moveTo>
                <a:cubicBezTo>
                  <a:pt x="216803" y="279400"/>
                  <a:pt x="279400" y="216803"/>
                  <a:pt x="279400" y="139700"/>
                </a:cubicBezTo>
                <a:cubicBezTo>
                  <a:pt x="279400" y="62597"/>
                  <a:pt x="216803" y="0"/>
                  <a:pt x="139700" y="0"/>
                </a:cubicBezTo>
                <a:cubicBezTo>
                  <a:pt x="62597" y="0"/>
                  <a:pt x="0" y="62597"/>
                  <a:pt x="0" y="139700"/>
                </a:cubicBezTo>
                <a:cubicBezTo>
                  <a:pt x="0" y="216803"/>
                  <a:pt x="62597" y="279400"/>
                  <a:pt x="139700" y="279400"/>
                </a:cubicBezTo>
                <a:close/>
                <a:moveTo>
                  <a:pt x="185757" y="116071"/>
                </a:moveTo>
                <a:lnTo>
                  <a:pt x="142101" y="185921"/>
                </a:lnTo>
                <a:cubicBezTo>
                  <a:pt x="139809" y="189577"/>
                  <a:pt x="135880" y="191869"/>
                  <a:pt x="131569" y="192088"/>
                </a:cubicBezTo>
                <a:cubicBezTo>
                  <a:pt x="127258" y="192306"/>
                  <a:pt x="123111" y="190341"/>
                  <a:pt x="120546" y="186849"/>
                </a:cubicBezTo>
                <a:lnTo>
                  <a:pt x="94352" y="151924"/>
                </a:lnTo>
                <a:cubicBezTo>
                  <a:pt x="89986" y="146139"/>
                  <a:pt x="91187" y="137954"/>
                  <a:pt x="96971" y="133588"/>
                </a:cubicBezTo>
                <a:cubicBezTo>
                  <a:pt x="102756" y="129223"/>
                  <a:pt x="110941" y="130423"/>
                  <a:pt x="115307" y="136208"/>
                </a:cubicBezTo>
                <a:lnTo>
                  <a:pt x="130041" y="155853"/>
                </a:lnTo>
                <a:lnTo>
                  <a:pt x="163547" y="102210"/>
                </a:lnTo>
                <a:cubicBezTo>
                  <a:pt x="167367" y="96098"/>
                  <a:pt x="175444" y="94188"/>
                  <a:pt x="181610" y="98063"/>
                </a:cubicBezTo>
                <a:cubicBezTo>
                  <a:pt x="187776" y="101937"/>
                  <a:pt x="189632" y="109959"/>
                  <a:pt x="185757" y="116126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7" name="Text 14"/>
          <p:cNvSpPr/>
          <p:nvPr/>
        </p:nvSpPr>
        <p:spPr>
          <a:xfrm>
            <a:off x="1498600" y="38862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Courses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recognized by all universities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1079500" y="43942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279400"/>
                </a:moveTo>
                <a:cubicBezTo>
                  <a:pt x="216803" y="279400"/>
                  <a:pt x="279400" y="216803"/>
                  <a:pt x="279400" y="139700"/>
                </a:cubicBezTo>
                <a:cubicBezTo>
                  <a:pt x="279400" y="62597"/>
                  <a:pt x="216803" y="0"/>
                  <a:pt x="139700" y="0"/>
                </a:cubicBezTo>
                <a:cubicBezTo>
                  <a:pt x="62597" y="0"/>
                  <a:pt x="0" y="62597"/>
                  <a:pt x="0" y="139700"/>
                </a:cubicBezTo>
                <a:cubicBezTo>
                  <a:pt x="0" y="216803"/>
                  <a:pt x="62597" y="279400"/>
                  <a:pt x="139700" y="279400"/>
                </a:cubicBezTo>
                <a:close/>
                <a:moveTo>
                  <a:pt x="185757" y="116071"/>
                </a:moveTo>
                <a:lnTo>
                  <a:pt x="142101" y="185921"/>
                </a:lnTo>
                <a:cubicBezTo>
                  <a:pt x="139809" y="189577"/>
                  <a:pt x="135880" y="191869"/>
                  <a:pt x="131569" y="192088"/>
                </a:cubicBezTo>
                <a:cubicBezTo>
                  <a:pt x="127258" y="192306"/>
                  <a:pt x="123111" y="190341"/>
                  <a:pt x="120546" y="186849"/>
                </a:cubicBezTo>
                <a:lnTo>
                  <a:pt x="94352" y="151924"/>
                </a:lnTo>
                <a:cubicBezTo>
                  <a:pt x="89986" y="146139"/>
                  <a:pt x="91187" y="137954"/>
                  <a:pt x="96971" y="133588"/>
                </a:cubicBezTo>
                <a:cubicBezTo>
                  <a:pt x="102756" y="129223"/>
                  <a:pt x="110941" y="130423"/>
                  <a:pt x="115307" y="136208"/>
                </a:cubicBezTo>
                <a:lnTo>
                  <a:pt x="130041" y="155853"/>
                </a:lnTo>
                <a:lnTo>
                  <a:pt x="163547" y="102210"/>
                </a:lnTo>
                <a:cubicBezTo>
                  <a:pt x="167367" y="96098"/>
                  <a:pt x="175444" y="94188"/>
                  <a:pt x="181610" y="98063"/>
                </a:cubicBezTo>
                <a:cubicBezTo>
                  <a:pt x="187776" y="101937"/>
                  <a:pt x="189632" y="109959"/>
                  <a:pt x="185757" y="116126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9" name="Text 16"/>
          <p:cNvSpPr/>
          <p:nvPr/>
        </p:nvSpPr>
        <p:spPr>
          <a:xfrm>
            <a:off x="1498600" y="43561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Free learning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nominal exam fee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255000" y="1460500"/>
            <a:ext cx="7239000" cy="3556000"/>
          </a:xfrm>
          <a:prstGeom prst="roundRect">
            <a:avLst>
              <a:gd name="adj" fmla="val 8000"/>
            </a:avLst>
          </a:prstGeom>
          <a:solidFill>
            <a:srgbClr val="1B4F8F"/>
          </a:solidFill>
          <a:ln/>
          <a:effectLst>
            <a:outerShdw sx="100000" sy="100000" kx="0" ky="0" algn="bl" rotWithShape="0" blurRad="127000" dist="38100" dir="5400000">
              <a:srgbClr val="1b4f8f">
                <a:alpha val="18824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572500" y="1714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UGC Regulation 2021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8572500" y="2184400"/>
            <a:ext cx="6604000" cy="0"/>
          </a:xfrm>
          <a:prstGeom prst="straightConnector1">
            <a:avLst/>
          </a:prstGeom>
          <a:noFill/>
          <a:ln w="12700">
            <a:solidFill>
              <a:srgbClr val="FFFFFF">
                <a:alpha val="18824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Text 20"/>
          <p:cNvSpPr/>
          <p:nvPr/>
        </p:nvSpPr>
        <p:spPr>
          <a:xfrm>
            <a:off x="8572500" y="2413000"/>
            <a:ext cx="660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 to 40%</a:t>
            </a:r>
            <a:endParaRPr lang="en-US" sz="4400" dirty="0"/>
          </a:p>
        </p:txBody>
      </p:sp>
      <p:sp>
        <p:nvSpPr>
          <p:cNvPr id="24" name="Text 21"/>
          <p:cNvSpPr/>
          <p:nvPr/>
        </p:nvSpPr>
        <p:spPr>
          <a:xfrm>
            <a:off x="8572500" y="32385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total degree credits can be earned through online courses like NPTEL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572500" y="40640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a 160-credit B.Tech degree, up to 64 credits can come from NPTEL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NPTEL | IITs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 / 43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508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Academic Bank of Credits (ABC)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2000" y="1079500"/>
            <a:ext cx="762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2"/>
          <p:cNvSpPr/>
          <p:nvPr/>
        </p:nvSpPr>
        <p:spPr>
          <a:xfrm>
            <a:off x="6223000" y="1651000"/>
            <a:ext cx="3810000" cy="1270000"/>
          </a:xfrm>
          <a:prstGeom prst="roundRect">
            <a:avLst>
              <a:gd name="adj" fmla="val 12000"/>
            </a:avLst>
          </a:prstGeom>
          <a:solidFill>
            <a:srgbClr val="1B4F8F"/>
          </a:solidFill>
          <a:ln/>
          <a:effectLst>
            <a:outerShdw sx="100000" sy="100000" kx="0" ky="0" algn="bl" rotWithShape="0" blurRad="190500" dist="63500" dir="5400000">
              <a:srgbClr val="1b4f8f">
                <a:alpha val="25098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556500" y="1841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69776" y="20042"/>
                </a:moveTo>
                <a:cubicBezTo>
                  <a:pt x="260052" y="14486"/>
                  <a:pt x="248047" y="14486"/>
                  <a:pt x="238224" y="20042"/>
                </a:cubicBezTo>
                <a:lnTo>
                  <a:pt x="15974" y="147042"/>
                </a:lnTo>
                <a:cubicBezTo>
                  <a:pt x="3473" y="154186"/>
                  <a:pt x="-2679" y="168870"/>
                  <a:pt x="992" y="182761"/>
                </a:cubicBezTo>
                <a:cubicBezTo>
                  <a:pt x="4663" y="196652"/>
                  <a:pt x="17363" y="206375"/>
                  <a:pt x="31750" y="206375"/>
                </a:cubicBezTo>
                <a:lnTo>
                  <a:pt x="63500" y="206375"/>
                </a:lnTo>
                <a:lnTo>
                  <a:pt x="63500" y="412750"/>
                </a:lnTo>
                <a:lnTo>
                  <a:pt x="63500" y="412750"/>
                </a:lnTo>
                <a:lnTo>
                  <a:pt x="12700" y="450850"/>
                </a:lnTo>
                <a:cubicBezTo>
                  <a:pt x="4663" y="456803"/>
                  <a:pt x="0" y="466229"/>
                  <a:pt x="0" y="476250"/>
                </a:cubicBezTo>
                <a:cubicBezTo>
                  <a:pt x="0" y="493812"/>
                  <a:pt x="14188" y="508000"/>
                  <a:pt x="31750" y="508000"/>
                </a:cubicBezTo>
                <a:lnTo>
                  <a:pt x="476250" y="508000"/>
                </a:lnTo>
                <a:cubicBezTo>
                  <a:pt x="493812" y="508000"/>
                  <a:pt x="508000" y="493812"/>
                  <a:pt x="508000" y="476250"/>
                </a:cubicBezTo>
                <a:cubicBezTo>
                  <a:pt x="508000" y="466229"/>
                  <a:pt x="503337" y="456803"/>
                  <a:pt x="495300" y="450850"/>
                </a:cubicBezTo>
                <a:lnTo>
                  <a:pt x="444500" y="412750"/>
                </a:lnTo>
                <a:lnTo>
                  <a:pt x="444500" y="206375"/>
                </a:lnTo>
                <a:lnTo>
                  <a:pt x="476250" y="206375"/>
                </a:lnTo>
                <a:cubicBezTo>
                  <a:pt x="490637" y="206375"/>
                  <a:pt x="503238" y="196652"/>
                  <a:pt x="506909" y="182761"/>
                </a:cubicBezTo>
                <a:cubicBezTo>
                  <a:pt x="510580" y="168870"/>
                  <a:pt x="504428" y="154186"/>
                  <a:pt x="491927" y="147042"/>
                </a:cubicBezTo>
                <a:lnTo>
                  <a:pt x="269677" y="20042"/>
                </a:lnTo>
                <a:close/>
                <a:moveTo>
                  <a:pt x="396875" y="206375"/>
                </a:moveTo>
                <a:lnTo>
                  <a:pt x="396875" y="412750"/>
                </a:lnTo>
                <a:lnTo>
                  <a:pt x="333375" y="412750"/>
                </a:lnTo>
                <a:lnTo>
                  <a:pt x="333375" y="206375"/>
                </a:lnTo>
                <a:lnTo>
                  <a:pt x="396875" y="206375"/>
                </a:lnTo>
                <a:close/>
                <a:moveTo>
                  <a:pt x="285750" y="206375"/>
                </a:moveTo>
                <a:lnTo>
                  <a:pt x="285750" y="412750"/>
                </a:lnTo>
                <a:lnTo>
                  <a:pt x="222250" y="412750"/>
                </a:lnTo>
                <a:lnTo>
                  <a:pt x="222250" y="206375"/>
                </a:lnTo>
                <a:lnTo>
                  <a:pt x="285750" y="206375"/>
                </a:lnTo>
                <a:close/>
                <a:moveTo>
                  <a:pt x="174625" y="206375"/>
                </a:moveTo>
                <a:lnTo>
                  <a:pt x="174625" y="412750"/>
                </a:lnTo>
                <a:lnTo>
                  <a:pt x="111125" y="412750"/>
                </a:lnTo>
                <a:lnTo>
                  <a:pt x="111125" y="206375"/>
                </a:lnTo>
                <a:lnTo>
                  <a:pt x="174625" y="206375"/>
                </a:lnTo>
                <a:close/>
                <a:moveTo>
                  <a:pt x="254000" y="95250"/>
                </a:moveTo>
                <a:cubicBezTo>
                  <a:pt x="271523" y="95250"/>
                  <a:pt x="285750" y="109477"/>
                  <a:pt x="285750" y="127000"/>
                </a:cubicBezTo>
                <a:cubicBezTo>
                  <a:pt x="285750" y="144523"/>
                  <a:pt x="271523" y="158750"/>
                  <a:pt x="254000" y="158750"/>
                </a:cubicBezTo>
                <a:cubicBezTo>
                  <a:pt x="236477" y="158750"/>
                  <a:pt x="222250" y="144523"/>
                  <a:pt x="222250" y="127000"/>
                </a:cubicBezTo>
                <a:cubicBezTo>
                  <a:pt x="222250" y="109477"/>
                  <a:pt x="236477" y="95250"/>
                  <a:pt x="254000" y="95250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7" name="Text 4"/>
          <p:cNvSpPr/>
          <p:nvPr/>
        </p:nvSpPr>
        <p:spPr>
          <a:xfrm>
            <a:off x="6413500" y="2413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Academic Bank of Credits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62000" y="1651000"/>
            <a:ext cx="46990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16000" y="1968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0" y="153144"/>
                </a:moveTo>
                <a:cubicBezTo>
                  <a:pt x="368413" y="160437"/>
                  <a:pt x="353956" y="166315"/>
                  <a:pt x="338903" y="171004"/>
                </a:cubicBezTo>
                <a:cubicBezTo>
                  <a:pt x="298932" y="183505"/>
                  <a:pt x="246459" y="190500"/>
                  <a:pt x="190500" y="190500"/>
                </a:cubicBezTo>
                <a:cubicBezTo>
                  <a:pt x="134541" y="190500"/>
                  <a:pt x="81983" y="183431"/>
                  <a:pt x="42097" y="171004"/>
                </a:cubicBezTo>
                <a:cubicBezTo>
                  <a:pt x="27129" y="166315"/>
                  <a:pt x="12587" y="160437"/>
                  <a:pt x="0" y="153144"/>
                </a:cubicBezTo>
                <a:lnTo>
                  <a:pt x="0" y="214313"/>
                </a:lnTo>
                <a:cubicBezTo>
                  <a:pt x="0" y="247204"/>
                  <a:pt x="85300" y="273844"/>
                  <a:pt x="190500" y="273844"/>
                </a:cubicBezTo>
                <a:cubicBezTo>
                  <a:pt x="295700" y="273844"/>
                  <a:pt x="381000" y="247204"/>
                  <a:pt x="381000" y="214313"/>
                </a:cubicBezTo>
                <a:lnTo>
                  <a:pt x="381000" y="153144"/>
                </a:lnTo>
                <a:close/>
                <a:moveTo>
                  <a:pt x="381000" y="95250"/>
                </a:moveTo>
                <a:lnTo>
                  <a:pt x="381000" y="59531"/>
                </a:lnTo>
                <a:cubicBezTo>
                  <a:pt x="381000" y="26640"/>
                  <a:pt x="295700" y="0"/>
                  <a:pt x="190500" y="0"/>
                </a:cubicBezTo>
                <a:cubicBezTo>
                  <a:pt x="85300" y="0"/>
                  <a:pt x="0" y="26640"/>
                  <a:pt x="0" y="59531"/>
                </a:cubicBezTo>
                <a:lnTo>
                  <a:pt x="0" y="95250"/>
                </a:lnTo>
                <a:cubicBezTo>
                  <a:pt x="0" y="128141"/>
                  <a:pt x="85300" y="154781"/>
                  <a:pt x="190500" y="154781"/>
                </a:cubicBezTo>
                <a:cubicBezTo>
                  <a:pt x="295700" y="154781"/>
                  <a:pt x="381000" y="128141"/>
                  <a:pt x="381000" y="95250"/>
                </a:cubicBezTo>
                <a:close/>
                <a:moveTo>
                  <a:pt x="338903" y="290066"/>
                </a:moveTo>
                <a:cubicBezTo>
                  <a:pt x="299017" y="302493"/>
                  <a:pt x="246544" y="309563"/>
                  <a:pt x="190500" y="309563"/>
                </a:cubicBezTo>
                <a:cubicBezTo>
                  <a:pt x="134456" y="309563"/>
                  <a:pt x="81983" y="302493"/>
                  <a:pt x="42097" y="290066"/>
                </a:cubicBezTo>
                <a:cubicBezTo>
                  <a:pt x="27129" y="285378"/>
                  <a:pt x="12587" y="279499"/>
                  <a:pt x="0" y="272207"/>
                </a:cubicBezTo>
                <a:lnTo>
                  <a:pt x="0" y="321469"/>
                </a:lnTo>
                <a:cubicBezTo>
                  <a:pt x="0" y="354360"/>
                  <a:pt x="85300" y="381000"/>
                  <a:pt x="190500" y="381000"/>
                </a:cubicBezTo>
                <a:cubicBezTo>
                  <a:pt x="295700" y="381000"/>
                  <a:pt x="381000" y="354360"/>
                  <a:pt x="381000" y="321469"/>
                </a:cubicBezTo>
                <a:lnTo>
                  <a:pt x="381000" y="272207"/>
                </a:lnTo>
                <a:cubicBezTo>
                  <a:pt x="368413" y="279499"/>
                  <a:pt x="353956" y="285378"/>
                  <a:pt x="338903" y="290066"/>
                </a:cubicBez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0" name="Text 7"/>
          <p:cNvSpPr/>
          <p:nvPr/>
        </p:nvSpPr>
        <p:spPr>
          <a:xfrm>
            <a:off x="1524000" y="1841500"/>
            <a:ext cx="368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Repository</a:t>
            </a:r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storing all your academic credits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0795000" y="1651000"/>
            <a:ext cx="46990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1049000" y="1968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5719" y="190500"/>
                </a:moveTo>
                <a:cubicBezTo>
                  <a:pt x="35719" y="104998"/>
                  <a:pt x="104998" y="35719"/>
                  <a:pt x="190500" y="35719"/>
                </a:cubicBezTo>
                <a:cubicBezTo>
                  <a:pt x="237455" y="35719"/>
                  <a:pt x="279499" y="56629"/>
                  <a:pt x="307925" y="89669"/>
                </a:cubicBezTo>
                <a:cubicBezTo>
                  <a:pt x="314325" y="97185"/>
                  <a:pt x="325636" y="98003"/>
                  <a:pt x="333077" y="91604"/>
                </a:cubicBezTo>
                <a:cubicBezTo>
                  <a:pt x="340519" y="85204"/>
                  <a:pt x="341412" y="73893"/>
                  <a:pt x="335012" y="66452"/>
                </a:cubicBezTo>
                <a:cubicBezTo>
                  <a:pt x="300112" y="25747"/>
                  <a:pt x="248320" y="0"/>
                  <a:pt x="190500" y="0"/>
                </a:cubicBezTo>
                <a:cubicBezTo>
                  <a:pt x="85279" y="0"/>
                  <a:pt x="0" y="85279"/>
                  <a:pt x="0" y="190500"/>
                </a:cubicBezTo>
                <a:lnTo>
                  <a:pt x="0" y="220266"/>
                </a:lnTo>
                <a:cubicBezTo>
                  <a:pt x="0" y="230163"/>
                  <a:pt x="7962" y="238125"/>
                  <a:pt x="17859" y="238125"/>
                </a:cubicBezTo>
                <a:cubicBezTo>
                  <a:pt x="27756" y="238125"/>
                  <a:pt x="35719" y="230163"/>
                  <a:pt x="35719" y="220266"/>
                </a:cubicBezTo>
                <a:lnTo>
                  <a:pt x="35719" y="190500"/>
                </a:lnTo>
                <a:close/>
                <a:moveTo>
                  <a:pt x="376907" y="151135"/>
                </a:moveTo>
                <a:cubicBezTo>
                  <a:pt x="374898" y="141461"/>
                  <a:pt x="365373" y="135285"/>
                  <a:pt x="355774" y="137368"/>
                </a:cubicBezTo>
                <a:cubicBezTo>
                  <a:pt x="346174" y="139452"/>
                  <a:pt x="339923" y="148903"/>
                  <a:pt x="342007" y="158502"/>
                </a:cubicBezTo>
                <a:cubicBezTo>
                  <a:pt x="344165" y="168846"/>
                  <a:pt x="345356" y="179561"/>
                  <a:pt x="345356" y="190574"/>
                </a:cubicBezTo>
                <a:lnTo>
                  <a:pt x="345356" y="220340"/>
                </a:lnTo>
                <a:cubicBezTo>
                  <a:pt x="345356" y="230237"/>
                  <a:pt x="353318" y="238199"/>
                  <a:pt x="363215" y="238199"/>
                </a:cubicBezTo>
                <a:cubicBezTo>
                  <a:pt x="373112" y="238199"/>
                  <a:pt x="381074" y="230237"/>
                  <a:pt x="381074" y="220340"/>
                </a:cubicBezTo>
                <a:lnTo>
                  <a:pt x="381074" y="190574"/>
                </a:lnTo>
                <a:cubicBezTo>
                  <a:pt x="381074" y="177105"/>
                  <a:pt x="379661" y="163934"/>
                  <a:pt x="376982" y="151209"/>
                </a:cubicBezTo>
                <a:close/>
                <a:moveTo>
                  <a:pt x="190500" y="59531"/>
                </a:moveTo>
                <a:cubicBezTo>
                  <a:pt x="176361" y="59531"/>
                  <a:pt x="162669" y="61764"/>
                  <a:pt x="149944" y="65931"/>
                </a:cubicBezTo>
                <a:cubicBezTo>
                  <a:pt x="138633" y="69652"/>
                  <a:pt x="136029" y="83567"/>
                  <a:pt x="143768" y="92646"/>
                </a:cubicBezTo>
                <a:cubicBezTo>
                  <a:pt x="149051" y="98822"/>
                  <a:pt x="157758" y="100682"/>
                  <a:pt x="165646" y="98524"/>
                </a:cubicBezTo>
                <a:cubicBezTo>
                  <a:pt x="173534" y="96366"/>
                  <a:pt x="181868" y="95250"/>
                  <a:pt x="190500" y="95250"/>
                </a:cubicBezTo>
                <a:cubicBezTo>
                  <a:pt x="243111" y="95250"/>
                  <a:pt x="285750" y="137889"/>
                  <a:pt x="285750" y="190500"/>
                </a:cubicBezTo>
                <a:lnTo>
                  <a:pt x="285750" y="209029"/>
                </a:lnTo>
                <a:cubicBezTo>
                  <a:pt x="285750" y="227781"/>
                  <a:pt x="284634" y="246459"/>
                  <a:pt x="282476" y="265063"/>
                </a:cubicBezTo>
                <a:cubicBezTo>
                  <a:pt x="281211" y="275927"/>
                  <a:pt x="289471" y="285750"/>
                  <a:pt x="300484" y="285750"/>
                </a:cubicBezTo>
                <a:cubicBezTo>
                  <a:pt x="309265" y="285750"/>
                  <a:pt x="316781" y="279350"/>
                  <a:pt x="317822" y="270644"/>
                </a:cubicBezTo>
                <a:cubicBezTo>
                  <a:pt x="320278" y="250254"/>
                  <a:pt x="321543" y="229716"/>
                  <a:pt x="321543" y="209104"/>
                </a:cubicBezTo>
                <a:lnTo>
                  <a:pt x="321543" y="190574"/>
                </a:lnTo>
                <a:cubicBezTo>
                  <a:pt x="321543" y="118244"/>
                  <a:pt x="262905" y="59606"/>
                  <a:pt x="190574" y="59606"/>
                </a:cubicBezTo>
                <a:close/>
                <a:moveTo>
                  <a:pt x="112142" y="110654"/>
                </a:moveTo>
                <a:cubicBezTo>
                  <a:pt x="105370" y="102766"/>
                  <a:pt x="93315" y="102171"/>
                  <a:pt x="86916" y="110356"/>
                </a:cubicBezTo>
                <a:cubicBezTo>
                  <a:pt x="69726" y="132531"/>
                  <a:pt x="59531" y="160288"/>
                  <a:pt x="59531" y="190500"/>
                </a:cubicBezTo>
                <a:lnTo>
                  <a:pt x="59531" y="209029"/>
                </a:lnTo>
                <a:cubicBezTo>
                  <a:pt x="59531" y="227037"/>
                  <a:pt x="57596" y="245046"/>
                  <a:pt x="53727" y="262533"/>
                </a:cubicBezTo>
                <a:cubicBezTo>
                  <a:pt x="51197" y="274141"/>
                  <a:pt x="59606" y="285676"/>
                  <a:pt x="71512" y="285676"/>
                </a:cubicBezTo>
                <a:cubicBezTo>
                  <a:pt x="79325" y="285676"/>
                  <a:pt x="86320" y="280467"/>
                  <a:pt x="88032" y="272802"/>
                </a:cubicBezTo>
                <a:cubicBezTo>
                  <a:pt x="92794" y="251892"/>
                  <a:pt x="95250" y="230535"/>
                  <a:pt x="95250" y="208955"/>
                </a:cubicBezTo>
                <a:lnTo>
                  <a:pt x="95250" y="190426"/>
                </a:lnTo>
                <a:cubicBezTo>
                  <a:pt x="95250" y="170185"/>
                  <a:pt x="101575" y="151433"/>
                  <a:pt x="112291" y="136029"/>
                </a:cubicBezTo>
                <a:cubicBezTo>
                  <a:pt x="117649" y="128290"/>
                  <a:pt x="118244" y="117723"/>
                  <a:pt x="112142" y="110579"/>
                </a:cubicBezTo>
                <a:close/>
                <a:moveTo>
                  <a:pt x="190500" y="119063"/>
                </a:moveTo>
                <a:cubicBezTo>
                  <a:pt x="151061" y="119063"/>
                  <a:pt x="119063" y="151061"/>
                  <a:pt x="119063" y="190500"/>
                </a:cubicBezTo>
                <a:lnTo>
                  <a:pt x="119063" y="209029"/>
                </a:lnTo>
                <a:cubicBezTo>
                  <a:pt x="119063" y="235744"/>
                  <a:pt x="115639" y="262235"/>
                  <a:pt x="108793" y="287982"/>
                </a:cubicBezTo>
                <a:cubicBezTo>
                  <a:pt x="105966" y="298624"/>
                  <a:pt x="113779" y="309563"/>
                  <a:pt x="124792" y="309563"/>
                </a:cubicBezTo>
                <a:cubicBezTo>
                  <a:pt x="131862" y="309563"/>
                  <a:pt x="138113" y="304949"/>
                  <a:pt x="139973" y="298103"/>
                </a:cubicBezTo>
                <a:cubicBezTo>
                  <a:pt x="147786" y="269081"/>
                  <a:pt x="151805" y="239167"/>
                  <a:pt x="151805" y="209029"/>
                </a:cubicBezTo>
                <a:lnTo>
                  <a:pt x="151805" y="190500"/>
                </a:lnTo>
                <a:cubicBezTo>
                  <a:pt x="151805" y="169143"/>
                  <a:pt x="169143" y="151805"/>
                  <a:pt x="190500" y="151805"/>
                </a:cubicBezTo>
                <a:cubicBezTo>
                  <a:pt x="211857" y="151805"/>
                  <a:pt x="229195" y="169143"/>
                  <a:pt x="229195" y="190500"/>
                </a:cubicBezTo>
                <a:lnTo>
                  <a:pt x="229195" y="209029"/>
                </a:lnTo>
                <a:cubicBezTo>
                  <a:pt x="229195" y="236041"/>
                  <a:pt x="226591" y="262905"/>
                  <a:pt x="221456" y="289322"/>
                </a:cubicBezTo>
                <a:cubicBezTo>
                  <a:pt x="219447" y="299665"/>
                  <a:pt x="227186" y="309563"/>
                  <a:pt x="237679" y="309563"/>
                </a:cubicBezTo>
                <a:cubicBezTo>
                  <a:pt x="245269" y="309563"/>
                  <a:pt x="251817" y="304354"/>
                  <a:pt x="253305" y="296912"/>
                </a:cubicBezTo>
                <a:cubicBezTo>
                  <a:pt x="259035" y="268039"/>
                  <a:pt x="261938" y="238646"/>
                  <a:pt x="261938" y="209029"/>
                </a:cubicBezTo>
                <a:lnTo>
                  <a:pt x="261938" y="190500"/>
                </a:lnTo>
                <a:cubicBezTo>
                  <a:pt x="261938" y="151061"/>
                  <a:pt x="229939" y="119063"/>
                  <a:pt x="190500" y="119063"/>
                </a:cubicBezTo>
                <a:close/>
                <a:moveTo>
                  <a:pt x="208359" y="190500"/>
                </a:moveTo>
                <a:cubicBezTo>
                  <a:pt x="208359" y="180603"/>
                  <a:pt x="200397" y="172641"/>
                  <a:pt x="190500" y="172641"/>
                </a:cubicBezTo>
                <a:cubicBezTo>
                  <a:pt x="180603" y="172641"/>
                  <a:pt x="172641" y="180603"/>
                  <a:pt x="172641" y="190500"/>
                </a:cubicBezTo>
                <a:lnTo>
                  <a:pt x="172641" y="209029"/>
                </a:lnTo>
                <a:cubicBezTo>
                  <a:pt x="172641" y="253603"/>
                  <a:pt x="164455" y="297805"/>
                  <a:pt x="148456" y="339403"/>
                </a:cubicBezTo>
                <a:lnTo>
                  <a:pt x="144066" y="350788"/>
                </a:lnTo>
                <a:cubicBezTo>
                  <a:pt x="140494" y="360015"/>
                  <a:pt x="145107" y="370359"/>
                  <a:pt x="154335" y="373856"/>
                </a:cubicBezTo>
                <a:cubicBezTo>
                  <a:pt x="163562" y="377354"/>
                  <a:pt x="173906" y="372814"/>
                  <a:pt x="177403" y="363587"/>
                </a:cubicBezTo>
                <a:lnTo>
                  <a:pt x="181794" y="352202"/>
                </a:lnTo>
                <a:cubicBezTo>
                  <a:pt x="199355" y="306512"/>
                  <a:pt x="208359" y="257994"/>
                  <a:pt x="208359" y="209029"/>
                </a:cubicBezTo>
                <a:lnTo>
                  <a:pt x="208359" y="190500"/>
                </a:ln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3" name="Text 10"/>
          <p:cNvSpPr/>
          <p:nvPr/>
        </p:nvSpPr>
        <p:spPr>
          <a:xfrm>
            <a:off x="11557000" y="1968500"/>
            <a:ext cx="368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student gets a </a:t>
            </a:r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unique ABC ID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62000" y="3429000"/>
            <a:ext cx="46990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016000" y="3746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27000" y="71438"/>
                </a:moveTo>
                <a:lnTo>
                  <a:pt x="127000" y="119063"/>
                </a:lnTo>
                <a:lnTo>
                  <a:pt x="254000" y="119063"/>
                </a:lnTo>
                <a:lnTo>
                  <a:pt x="254000" y="71438"/>
                </a:lnTo>
                <a:cubicBezTo>
                  <a:pt x="254000" y="45169"/>
                  <a:pt x="225524" y="23812"/>
                  <a:pt x="190500" y="23812"/>
                </a:cubicBezTo>
                <a:cubicBezTo>
                  <a:pt x="155476" y="23812"/>
                  <a:pt x="127000" y="45169"/>
                  <a:pt x="127000" y="71438"/>
                </a:cubicBezTo>
                <a:close/>
                <a:moveTo>
                  <a:pt x="63500" y="119063"/>
                </a:moveTo>
                <a:lnTo>
                  <a:pt x="63500" y="71438"/>
                </a:lnTo>
                <a:cubicBezTo>
                  <a:pt x="63500" y="18827"/>
                  <a:pt x="120352" y="-23812"/>
                  <a:pt x="190500" y="-23812"/>
                </a:cubicBezTo>
                <a:cubicBezTo>
                  <a:pt x="260648" y="-23812"/>
                  <a:pt x="317500" y="18827"/>
                  <a:pt x="317500" y="71438"/>
                </a:cubicBezTo>
                <a:lnTo>
                  <a:pt x="317500" y="119063"/>
                </a:lnTo>
                <a:cubicBezTo>
                  <a:pt x="352524" y="119063"/>
                  <a:pt x="381000" y="140419"/>
                  <a:pt x="381000" y="166688"/>
                </a:cubicBezTo>
                <a:lnTo>
                  <a:pt x="381000" y="333375"/>
                </a:lnTo>
                <a:cubicBezTo>
                  <a:pt x="381000" y="359643"/>
                  <a:pt x="352524" y="381000"/>
                  <a:pt x="317500" y="381000"/>
                </a:cubicBezTo>
                <a:lnTo>
                  <a:pt x="63500" y="381000"/>
                </a:lnTo>
                <a:cubicBezTo>
                  <a:pt x="28476" y="381000"/>
                  <a:pt x="0" y="359643"/>
                  <a:pt x="0" y="333375"/>
                </a:cubicBezTo>
                <a:lnTo>
                  <a:pt x="0" y="166688"/>
                </a:lnTo>
                <a:cubicBezTo>
                  <a:pt x="0" y="140419"/>
                  <a:pt x="28476" y="119063"/>
                  <a:pt x="63500" y="119063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6" name="Text 13"/>
          <p:cNvSpPr/>
          <p:nvPr/>
        </p:nvSpPr>
        <p:spPr>
          <a:xfrm>
            <a:off x="1524000" y="3619500"/>
            <a:ext cx="368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Linked to </a:t>
            </a:r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DigiLocker</a:t>
            </a:r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secure verification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0795000" y="3429000"/>
            <a:ext cx="46990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1049000" y="3746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190500"/>
                </a:moveTo>
                <a:cubicBezTo>
                  <a:pt x="0" y="124718"/>
                  <a:pt x="42624" y="71438"/>
                  <a:pt x="95250" y="71438"/>
                </a:cubicBezTo>
                <a:cubicBezTo>
                  <a:pt x="125254" y="71438"/>
                  <a:pt x="153472" y="89074"/>
                  <a:pt x="171450" y="119063"/>
                </a:cubicBezTo>
                <a:lnTo>
                  <a:pt x="190500" y="150837"/>
                </a:lnTo>
                <a:lnTo>
                  <a:pt x="209550" y="119063"/>
                </a:lnTo>
                <a:cubicBezTo>
                  <a:pt x="227528" y="89074"/>
                  <a:pt x="255746" y="71438"/>
                  <a:pt x="285750" y="71438"/>
                </a:cubicBezTo>
                <a:cubicBezTo>
                  <a:pt x="338376" y="71438"/>
                  <a:pt x="381000" y="124718"/>
                  <a:pt x="381000" y="190500"/>
                </a:cubicBezTo>
                <a:cubicBezTo>
                  <a:pt x="381000" y="256282"/>
                  <a:pt x="338376" y="309563"/>
                  <a:pt x="285750" y="309563"/>
                </a:cubicBezTo>
                <a:cubicBezTo>
                  <a:pt x="255746" y="309563"/>
                  <a:pt x="227528" y="291926"/>
                  <a:pt x="209550" y="261938"/>
                </a:cubicBezTo>
                <a:lnTo>
                  <a:pt x="190500" y="230163"/>
                </a:lnTo>
                <a:lnTo>
                  <a:pt x="171450" y="261938"/>
                </a:lnTo>
                <a:cubicBezTo>
                  <a:pt x="153472" y="291926"/>
                  <a:pt x="125254" y="309563"/>
                  <a:pt x="95250" y="309563"/>
                </a:cubicBezTo>
                <a:cubicBezTo>
                  <a:pt x="42624" y="309563"/>
                  <a:pt x="0" y="256282"/>
                  <a:pt x="0" y="190500"/>
                </a:cubicBezTo>
                <a:close/>
                <a:moveTo>
                  <a:pt x="166688" y="190500"/>
                </a:moveTo>
                <a:lnTo>
                  <a:pt x="140970" y="147638"/>
                </a:lnTo>
                <a:cubicBezTo>
                  <a:pt x="130195" y="129629"/>
                  <a:pt x="113228" y="119063"/>
                  <a:pt x="95250" y="119063"/>
                </a:cubicBezTo>
                <a:cubicBezTo>
                  <a:pt x="63698" y="119063"/>
                  <a:pt x="38100" y="151061"/>
                  <a:pt x="38100" y="190500"/>
                </a:cubicBezTo>
                <a:cubicBezTo>
                  <a:pt x="38100" y="229939"/>
                  <a:pt x="63698" y="261938"/>
                  <a:pt x="95250" y="261938"/>
                </a:cubicBezTo>
                <a:cubicBezTo>
                  <a:pt x="113228" y="261938"/>
                  <a:pt x="130195" y="251371"/>
                  <a:pt x="140970" y="233363"/>
                </a:cubicBezTo>
                <a:lnTo>
                  <a:pt x="166688" y="190500"/>
                </a:lnTo>
                <a:close/>
                <a:moveTo>
                  <a:pt x="214313" y="190500"/>
                </a:moveTo>
                <a:lnTo>
                  <a:pt x="240030" y="233363"/>
                </a:lnTo>
                <a:cubicBezTo>
                  <a:pt x="250805" y="251371"/>
                  <a:pt x="267772" y="261938"/>
                  <a:pt x="285750" y="261938"/>
                </a:cubicBezTo>
                <a:cubicBezTo>
                  <a:pt x="317302" y="261938"/>
                  <a:pt x="342900" y="229939"/>
                  <a:pt x="342900" y="190500"/>
                </a:cubicBezTo>
                <a:cubicBezTo>
                  <a:pt x="342900" y="151061"/>
                  <a:pt x="317302" y="119063"/>
                  <a:pt x="285750" y="119063"/>
                </a:cubicBezTo>
                <a:cubicBezTo>
                  <a:pt x="267772" y="119063"/>
                  <a:pt x="250805" y="129629"/>
                  <a:pt x="240030" y="147638"/>
                </a:cubicBezTo>
                <a:lnTo>
                  <a:pt x="214313" y="190500"/>
                </a:ln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9" name="Text 16"/>
          <p:cNvSpPr/>
          <p:nvPr/>
        </p:nvSpPr>
        <p:spPr>
          <a:xfrm>
            <a:off x="11557000" y="3619500"/>
            <a:ext cx="368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Credits </a:t>
            </a:r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never expire</a:t>
            </a:r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accumulate over time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61000" y="2222500"/>
            <a:ext cx="762000" cy="50800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dash"/>
            <a:headEnd type="none"/>
            <a:tailEnd type="arrow"/>
          </a:ln>
        </p:spPr>
      </p:sp>
      <p:sp>
        <p:nvSpPr>
          <p:cNvPr id="21" name="Shape 18"/>
          <p:cNvSpPr/>
          <p:nvPr/>
        </p:nvSpPr>
        <p:spPr>
          <a:xfrm flipH="1">
            <a:off x="10033000" y="2222500"/>
            <a:ext cx="762000" cy="50800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dash"/>
            <a:headEnd type="none"/>
            <a:tailEnd type="arrow"/>
          </a:ln>
        </p:spPr>
      </p:sp>
      <p:sp>
        <p:nvSpPr>
          <p:cNvPr id="22" name="Shape 19"/>
          <p:cNvSpPr/>
          <p:nvPr/>
        </p:nvSpPr>
        <p:spPr>
          <a:xfrm>
            <a:off x="5461000" y="4000500"/>
            <a:ext cx="762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dash"/>
            <a:headEnd type="none"/>
            <a:tailEnd type="arrow"/>
          </a:ln>
        </p:spPr>
      </p:sp>
      <p:sp>
        <p:nvSpPr>
          <p:cNvPr id="23" name="Shape 20"/>
          <p:cNvSpPr/>
          <p:nvPr/>
        </p:nvSpPr>
        <p:spPr>
          <a:xfrm flipH="1">
            <a:off x="10033000" y="4000500"/>
            <a:ext cx="762000" cy="0"/>
          </a:xfrm>
          <a:prstGeom prst="straightConnector1">
            <a:avLst/>
          </a:prstGeom>
          <a:noFill/>
          <a:ln w="25400">
            <a:solidFill>
              <a:srgbClr val="64748B"/>
            </a:solidFill>
            <a:prstDash val="dash"/>
            <a:headEnd type="none"/>
            <a:tailEnd type="arrow"/>
          </a:ln>
        </p:spPr>
      </p:sp>
      <p:sp>
        <p:nvSpPr>
          <p:cNvPr id="24" name="Shape 21"/>
          <p:cNvSpPr/>
          <p:nvPr/>
        </p:nvSpPr>
        <p:spPr>
          <a:xfrm>
            <a:off x="762000" y="5334000"/>
            <a:ext cx="14732000" cy="1524000"/>
          </a:xfrm>
          <a:prstGeom prst="roundRect">
            <a:avLst>
              <a:gd name="adj" fmla="val 8000"/>
            </a:avLst>
          </a:prstGeom>
          <a:solidFill>
            <a:srgbClr val="1B4F8F"/>
          </a:solidFill>
          <a:ln/>
          <a:effectLst>
            <a:outerShdw sx="100000" sy="100000" kx="0" ky="0" algn="bl" rotWithShape="0" blurRad="127000" dist="38100" dir="5400000">
              <a:srgbClr val="1b4f8f">
                <a:alpha val="18824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1079500" y="5524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ABC Works for You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079500" y="6032500"/>
            <a:ext cx="317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Create ABC ID at abc.gov.in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508500" y="6032500"/>
            <a:ext cx="317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Link to your NPTEL account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937500" y="6032500"/>
            <a:ext cx="317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Credits auto-deposited after exam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1366500" y="6032500"/>
            <a:ext cx="381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 algn="l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Transfer to university when ready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NPTEL | IITs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 / 43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Credit Transfer Process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2000" y="1079500"/>
            <a:ext cx="762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2"/>
          <p:cNvSpPr/>
          <p:nvPr/>
        </p:nvSpPr>
        <p:spPr>
          <a:xfrm>
            <a:off x="762000" y="1460500"/>
            <a:ext cx="14732000" cy="571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275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143000" y="1778000"/>
            <a:ext cx="2540000" cy="889000"/>
          </a:xfrm>
          <a:prstGeom prst="roundRect">
            <a:avLst>
              <a:gd name="adj" fmla="val 10000"/>
            </a:avLst>
          </a:prstGeom>
          <a:solidFill>
            <a:srgbClr val="1B4F8F"/>
          </a:solidFill>
          <a:ln/>
          <a:effectLst>
            <a:outerShdw sx="100000" sy="100000" kx="0" ky="0" algn="bl" rotWithShape="0" blurRad="76200" dist="25400" dir="5400000">
              <a:srgbClr val="1b4f8f">
                <a:alpha val="18824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333500" y="1905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2592" y="1488"/>
                </a:moveTo>
                <a:cubicBezTo>
                  <a:pt x="58102" y="-952"/>
                  <a:pt x="64770" y="-417"/>
                  <a:pt x="69669" y="2858"/>
                </a:cubicBezTo>
                <a:lnTo>
                  <a:pt x="287383" y="145673"/>
                </a:lnTo>
                <a:cubicBezTo>
                  <a:pt x="293030" y="149364"/>
                  <a:pt x="295275" y="155793"/>
                  <a:pt x="293098" y="161627"/>
                </a:cubicBezTo>
                <a:cubicBezTo>
                  <a:pt x="290921" y="167461"/>
                  <a:pt x="284661" y="171390"/>
                  <a:pt x="277586" y="171390"/>
                </a:cubicBezTo>
                <a:lnTo>
                  <a:pt x="173967" y="171390"/>
                </a:lnTo>
                <a:lnTo>
                  <a:pt x="234451" y="277178"/>
                </a:lnTo>
                <a:cubicBezTo>
                  <a:pt x="239826" y="286583"/>
                  <a:pt x="235472" y="298013"/>
                  <a:pt x="224722" y="302716"/>
                </a:cubicBezTo>
                <a:cubicBezTo>
                  <a:pt x="213972" y="307419"/>
                  <a:pt x="200909" y="303609"/>
                  <a:pt x="195535" y="294203"/>
                </a:cubicBezTo>
                <a:lnTo>
                  <a:pt x="135051" y="188416"/>
                </a:lnTo>
                <a:lnTo>
                  <a:pt x="72934" y="260925"/>
                </a:lnTo>
                <a:cubicBezTo>
                  <a:pt x="68716" y="265867"/>
                  <a:pt x="61368" y="267831"/>
                  <a:pt x="54701" y="265926"/>
                </a:cubicBezTo>
                <a:cubicBezTo>
                  <a:pt x="48033" y="264021"/>
                  <a:pt x="43543" y="258544"/>
                  <a:pt x="43543" y="252413"/>
                </a:cubicBezTo>
                <a:lnTo>
                  <a:pt x="43543" y="14288"/>
                </a:lnTo>
                <a:cubicBezTo>
                  <a:pt x="43543" y="8870"/>
                  <a:pt x="47013" y="3929"/>
                  <a:pt x="52592" y="1488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8" name="Text 5"/>
          <p:cNvSpPr/>
          <p:nvPr/>
        </p:nvSpPr>
        <p:spPr>
          <a:xfrm>
            <a:off x="1714500" y="1841500"/>
            <a:ext cx="177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Enroll</a:t>
            </a:r>
            <a:pPr algn="l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NPTEL Course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810000" y="2159000"/>
            <a:ext cx="508000" cy="0"/>
          </a:xfrm>
          <a:prstGeom prst="straightConnector1">
            <a:avLst/>
          </a:prstGeom>
          <a:noFill/>
          <a:ln w="25400">
            <a:solidFill>
              <a:srgbClr val="E87722"/>
            </a:solidFill>
            <a:prstDash val="solid"/>
            <a:headEnd type="none"/>
            <a:tailEnd type="arrow"/>
          </a:ln>
        </p:spPr>
      </p:sp>
      <p:sp>
        <p:nvSpPr>
          <p:cNvPr id="10" name="Shape 7"/>
          <p:cNvSpPr/>
          <p:nvPr/>
        </p:nvSpPr>
        <p:spPr>
          <a:xfrm>
            <a:off x="4445000" y="1778000"/>
            <a:ext cx="2540000" cy="8890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35500" y="1905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10086" y="12621"/>
                </a:moveTo>
                <a:lnTo>
                  <a:pt x="183356" y="39350"/>
                </a:lnTo>
                <a:lnTo>
                  <a:pt x="265450" y="121444"/>
                </a:lnTo>
                <a:lnTo>
                  <a:pt x="292179" y="94714"/>
                </a:lnTo>
                <a:cubicBezTo>
                  <a:pt x="300276" y="86678"/>
                  <a:pt x="304800" y="75724"/>
                  <a:pt x="304800" y="64294"/>
                </a:cubicBezTo>
                <a:cubicBezTo>
                  <a:pt x="304800" y="52864"/>
                  <a:pt x="300276" y="41910"/>
                  <a:pt x="292179" y="33873"/>
                </a:cubicBezTo>
                <a:lnTo>
                  <a:pt x="270927" y="12621"/>
                </a:lnTo>
                <a:cubicBezTo>
                  <a:pt x="262890" y="4524"/>
                  <a:pt x="251936" y="0"/>
                  <a:pt x="240506" y="0"/>
                </a:cubicBezTo>
                <a:cubicBezTo>
                  <a:pt x="229076" y="0"/>
                  <a:pt x="218123" y="4524"/>
                  <a:pt x="210086" y="12621"/>
                </a:cubicBezTo>
                <a:close/>
                <a:moveTo>
                  <a:pt x="163175" y="59531"/>
                </a:moveTo>
                <a:lnTo>
                  <a:pt x="35064" y="187583"/>
                </a:lnTo>
                <a:cubicBezTo>
                  <a:pt x="28694" y="193953"/>
                  <a:pt x="24051" y="201930"/>
                  <a:pt x="21610" y="210622"/>
                </a:cubicBezTo>
                <a:lnTo>
                  <a:pt x="536" y="286703"/>
                </a:lnTo>
                <a:cubicBezTo>
                  <a:pt x="-833" y="291644"/>
                  <a:pt x="536" y="297001"/>
                  <a:pt x="4227" y="300633"/>
                </a:cubicBezTo>
                <a:cubicBezTo>
                  <a:pt x="7918" y="304264"/>
                  <a:pt x="13216" y="305693"/>
                  <a:pt x="18157" y="304324"/>
                </a:cubicBezTo>
                <a:lnTo>
                  <a:pt x="94238" y="283190"/>
                </a:lnTo>
                <a:cubicBezTo>
                  <a:pt x="102930" y="280749"/>
                  <a:pt x="110847" y="276165"/>
                  <a:pt x="117277" y="269736"/>
                </a:cubicBezTo>
                <a:lnTo>
                  <a:pt x="245269" y="141625"/>
                </a:lnTo>
                <a:lnTo>
                  <a:pt x="163175" y="59531"/>
                </a:ln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2" name="Text 9"/>
          <p:cNvSpPr/>
          <p:nvPr/>
        </p:nvSpPr>
        <p:spPr>
          <a:xfrm>
            <a:off x="5016500" y="1841500"/>
            <a:ext cx="177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</a:t>
            </a:r>
            <a:pPr algn="l">
              <a:lnSpc>
                <a:spcPct val="13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Assignments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112000" y="2159000"/>
            <a:ext cx="508000" cy="0"/>
          </a:xfrm>
          <a:prstGeom prst="straightConnector1">
            <a:avLst/>
          </a:prstGeom>
          <a:noFill/>
          <a:ln w="25400">
            <a:solidFill>
              <a:srgbClr val="E87722"/>
            </a:solidFill>
            <a:prstDash val="solid"/>
            <a:headEnd type="none"/>
            <a:tailEnd type="arrow"/>
          </a:ln>
        </p:spPr>
      </p:sp>
      <p:sp>
        <p:nvSpPr>
          <p:cNvPr id="14" name="Shape 11"/>
          <p:cNvSpPr/>
          <p:nvPr/>
        </p:nvSpPr>
        <p:spPr>
          <a:xfrm>
            <a:off x="7747000" y="1778000"/>
            <a:ext cx="2540000" cy="8890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937500" y="1905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528" y="38100"/>
                </a:moveTo>
                <a:cubicBezTo>
                  <a:pt x="30528" y="17085"/>
                  <a:pt x="44196" y="0"/>
                  <a:pt x="61008" y="0"/>
                </a:cubicBezTo>
                <a:lnTo>
                  <a:pt x="132207" y="0"/>
                </a:lnTo>
                <a:cubicBezTo>
                  <a:pt x="140303" y="0"/>
                  <a:pt x="148066" y="3989"/>
                  <a:pt x="153781" y="11132"/>
                </a:cubicBezTo>
                <a:lnTo>
                  <a:pt x="204454" y="74593"/>
                </a:lnTo>
                <a:cubicBezTo>
                  <a:pt x="210169" y="81736"/>
                  <a:pt x="213360" y="91440"/>
                  <a:pt x="213360" y="101560"/>
                </a:cubicBezTo>
                <a:lnTo>
                  <a:pt x="213360" y="159603"/>
                </a:lnTo>
                <a:lnTo>
                  <a:pt x="150495" y="238185"/>
                </a:lnTo>
                <a:lnTo>
                  <a:pt x="130445" y="238185"/>
                </a:lnTo>
                <a:lnTo>
                  <a:pt x="122777" y="206276"/>
                </a:lnTo>
                <a:cubicBezTo>
                  <a:pt x="120539" y="196929"/>
                  <a:pt x="113681" y="190560"/>
                  <a:pt x="105870" y="190560"/>
                </a:cubicBezTo>
                <a:cubicBezTo>
                  <a:pt x="100489" y="190560"/>
                  <a:pt x="95440" y="193596"/>
                  <a:pt x="92107" y="198834"/>
                </a:cubicBezTo>
                <a:lnTo>
                  <a:pt x="63484" y="243483"/>
                </a:lnTo>
                <a:cubicBezTo>
                  <a:pt x="59531" y="249615"/>
                  <a:pt x="60341" y="258663"/>
                  <a:pt x="65246" y="263545"/>
                </a:cubicBezTo>
                <a:cubicBezTo>
                  <a:pt x="70152" y="268426"/>
                  <a:pt x="77391" y="267474"/>
                  <a:pt x="81296" y="261283"/>
                </a:cubicBezTo>
                <a:lnTo>
                  <a:pt x="103727" y="226278"/>
                </a:lnTo>
                <a:lnTo>
                  <a:pt x="110966" y="256461"/>
                </a:lnTo>
                <a:cubicBezTo>
                  <a:pt x="112395" y="262533"/>
                  <a:pt x="116872" y="266640"/>
                  <a:pt x="121920" y="266640"/>
                </a:cubicBezTo>
                <a:lnTo>
                  <a:pt x="136922" y="266640"/>
                </a:lnTo>
                <a:cubicBezTo>
                  <a:pt x="136493" y="268486"/>
                  <a:pt x="136112" y="270391"/>
                  <a:pt x="135827" y="272296"/>
                </a:cubicBezTo>
                <a:lnTo>
                  <a:pt x="130635" y="304740"/>
                </a:lnTo>
                <a:lnTo>
                  <a:pt x="61008" y="304740"/>
                </a:lnTo>
                <a:cubicBezTo>
                  <a:pt x="44196" y="304740"/>
                  <a:pt x="30528" y="287655"/>
                  <a:pt x="30528" y="266640"/>
                </a:cubicBezTo>
                <a:lnTo>
                  <a:pt x="30528" y="38040"/>
                </a:lnTo>
                <a:close/>
                <a:moveTo>
                  <a:pt x="129588" y="34826"/>
                </a:moveTo>
                <a:lnTo>
                  <a:pt x="129588" y="90488"/>
                </a:lnTo>
                <a:cubicBezTo>
                  <a:pt x="129588" y="98405"/>
                  <a:pt x="134684" y="104775"/>
                  <a:pt x="141018" y="104775"/>
                </a:cubicBezTo>
                <a:lnTo>
                  <a:pt x="185547" y="104775"/>
                </a:lnTo>
                <a:lnTo>
                  <a:pt x="129588" y="34826"/>
                </a:lnTo>
                <a:close/>
                <a:moveTo>
                  <a:pt x="158258" y="277951"/>
                </a:moveTo>
                <a:cubicBezTo>
                  <a:pt x="159449" y="270570"/>
                  <a:pt x="162354" y="263783"/>
                  <a:pt x="166592" y="258485"/>
                </a:cubicBezTo>
                <a:lnTo>
                  <a:pt x="223218" y="187702"/>
                </a:lnTo>
                <a:lnTo>
                  <a:pt x="261318" y="235327"/>
                </a:lnTo>
                <a:lnTo>
                  <a:pt x="204692" y="306110"/>
                </a:lnTo>
                <a:cubicBezTo>
                  <a:pt x="200454" y="311408"/>
                  <a:pt x="195024" y="315039"/>
                  <a:pt x="189119" y="316528"/>
                </a:cubicBezTo>
                <a:lnTo>
                  <a:pt x="160734" y="323612"/>
                </a:lnTo>
                <a:cubicBezTo>
                  <a:pt x="160306" y="323731"/>
                  <a:pt x="159830" y="323790"/>
                  <a:pt x="159353" y="323790"/>
                </a:cubicBezTo>
                <a:cubicBezTo>
                  <a:pt x="155543" y="323790"/>
                  <a:pt x="152400" y="319921"/>
                  <a:pt x="152400" y="315099"/>
                </a:cubicBezTo>
                <a:cubicBezTo>
                  <a:pt x="152400" y="314504"/>
                  <a:pt x="152448" y="313968"/>
                  <a:pt x="152543" y="313372"/>
                </a:cubicBezTo>
                <a:lnTo>
                  <a:pt x="158210" y="277892"/>
                </a:lnTo>
                <a:close/>
                <a:moveTo>
                  <a:pt x="285798" y="204728"/>
                </a:moveTo>
                <a:lnTo>
                  <a:pt x="272082" y="221873"/>
                </a:lnTo>
                <a:lnTo>
                  <a:pt x="233982" y="174248"/>
                </a:lnTo>
                <a:lnTo>
                  <a:pt x="247698" y="157103"/>
                </a:lnTo>
                <a:cubicBezTo>
                  <a:pt x="258223" y="143947"/>
                  <a:pt x="275273" y="143947"/>
                  <a:pt x="285798" y="157103"/>
                </a:cubicBezTo>
                <a:cubicBezTo>
                  <a:pt x="296323" y="170259"/>
                  <a:pt x="296323" y="191572"/>
                  <a:pt x="285798" y="204728"/>
                </a:cubicBez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6" name="Text 13"/>
          <p:cNvSpPr/>
          <p:nvPr/>
        </p:nvSpPr>
        <p:spPr>
          <a:xfrm>
            <a:off x="8318500" y="1841500"/>
            <a:ext cx="177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</a:t>
            </a:r>
            <a:pPr algn="l">
              <a:lnSpc>
                <a:spcPct val="13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Proctored Exam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10414000" y="2159000"/>
            <a:ext cx="508000" cy="0"/>
          </a:xfrm>
          <a:prstGeom prst="straightConnector1">
            <a:avLst/>
          </a:prstGeom>
          <a:noFill/>
          <a:ln w="25400">
            <a:solidFill>
              <a:srgbClr val="E87722"/>
            </a:solidFill>
            <a:prstDash val="solid"/>
            <a:headEnd type="none"/>
            <a:tailEnd type="arrow"/>
          </a:ln>
        </p:spPr>
      </p:sp>
      <p:sp>
        <p:nvSpPr>
          <p:cNvPr id="18" name="Shape 15"/>
          <p:cNvSpPr/>
          <p:nvPr/>
        </p:nvSpPr>
        <p:spPr>
          <a:xfrm>
            <a:off x="11049000" y="1778000"/>
            <a:ext cx="2540000" cy="762000"/>
          </a:xfrm>
          <a:prstGeom prst="roundRect">
            <a:avLst>
              <a:gd name="adj" fmla="val 10000"/>
            </a:avLst>
          </a:prstGeom>
          <a:solidFill>
            <a:srgbClr val="E87722"/>
          </a:solidFill>
          <a:ln/>
          <a:effectLst>
            <a:outerShdw sx="100000" sy="100000" kx="0" ky="0" algn="bl" rotWithShape="0" blurRad="76200" dist="25400" dir="5400000">
              <a:srgbClr val="e87722">
                <a:alpha val="18824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1239500" y="1905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3777" y="-11251"/>
                </a:moveTo>
                <a:cubicBezTo>
                  <a:pt x="161607" y="-16014"/>
                  <a:pt x="157215" y="-19050"/>
                  <a:pt x="152453" y="-19050"/>
                </a:cubicBezTo>
                <a:cubicBezTo>
                  <a:pt x="147690" y="-19050"/>
                  <a:pt x="143298" y="-16014"/>
                  <a:pt x="141129" y="-11251"/>
                </a:cubicBezTo>
                <a:lnTo>
                  <a:pt x="102182" y="74593"/>
                </a:lnTo>
                <a:lnTo>
                  <a:pt x="17568" y="89714"/>
                </a:lnTo>
                <a:cubicBezTo>
                  <a:pt x="12859" y="90547"/>
                  <a:pt x="8943" y="94298"/>
                  <a:pt x="7461" y="99417"/>
                </a:cubicBezTo>
                <a:cubicBezTo>
                  <a:pt x="5980" y="104537"/>
                  <a:pt x="7197" y="110133"/>
                  <a:pt x="10530" y="113943"/>
                </a:cubicBezTo>
                <a:lnTo>
                  <a:pt x="71067" y="182106"/>
                </a:lnTo>
                <a:lnTo>
                  <a:pt x="57732" y="277297"/>
                </a:lnTo>
                <a:cubicBezTo>
                  <a:pt x="56991" y="282595"/>
                  <a:pt x="58949" y="287953"/>
                  <a:pt x="62812" y="291108"/>
                </a:cubicBezTo>
                <a:cubicBezTo>
                  <a:pt x="66675" y="294263"/>
                  <a:pt x="71755" y="294739"/>
                  <a:pt x="76041" y="292298"/>
                </a:cubicBezTo>
                <a:lnTo>
                  <a:pt x="152453" y="248603"/>
                </a:lnTo>
                <a:lnTo>
                  <a:pt x="228812" y="292298"/>
                </a:lnTo>
                <a:cubicBezTo>
                  <a:pt x="233045" y="294739"/>
                  <a:pt x="238178" y="294263"/>
                  <a:pt x="242041" y="291108"/>
                </a:cubicBezTo>
                <a:cubicBezTo>
                  <a:pt x="245904" y="287953"/>
                  <a:pt x="247862" y="282654"/>
                  <a:pt x="247121" y="277297"/>
                </a:cubicBezTo>
                <a:lnTo>
                  <a:pt x="233733" y="182106"/>
                </a:lnTo>
                <a:lnTo>
                  <a:pt x="294270" y="113943"/>
                </a:lnTo>
                <a:cubicBezTo>
                  <a:pt x="297656" y="110133"/>
                  <a:pt x="298820" y="104537"/>
                  <a:pt x="297339" y="99417"/>
                </a:cubicBezTo>
                <a:cubicBezTo>
                  <a:pt x="295857" y="94298"/>
                  <a:pt x="291994" y="90547"/>
                  <a:pt x="287232" y="89714"/>
                </a:cubicBezTo>
                <a:lnTo>
                  <a:pt x="202671" y="74593"/>
                </a:lnTo>
                <a:lnTo>
                  <a:pt x="163777" y="-1125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11620500" y="1879600"/>
            <a:ext cx="1778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Earn</a:t>
            </a:r>
            <a:pPr algn="l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Credits (1-4)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2319000" y="2667000"/>
            <a:ext cx="0" cy="508000"/>
          </a:xfrm>
          <a:prstGeom prst="straightConnector1">
            <a:avLst/>
          </a:prstGeom>
          <a:noFill/>
          <a:ln w="25400">
            <a:solidFill>
              <a:srgbClr val="E87722"/>
            </a:solidFill>
            <a:prstDash val="solid"/>
            <a:headEnd type="none"/>
            <a:tailEnd type="arrow"/>
          </a:ln>
        </p:spPr>
      </p:sp>
      <p:sp>
        <p:nvSpPr>
          <p:cNvPr id="22" name="Shape 19"/>
          <p:cNvSpPr/>
          <p:nvPr/>
        </p:nvSpPr>
        <p:spPr>
          <a:xfrm>
            <a:off x="11049000" y="3302000"/>
            <a:ext cx="2540000" cy="762000"/>
          </a:xfrm>
          <a:prstGeom prst="roundRect">
            <a:avLst>
              <a:gd name="adj" fmla="val 10000"/>
            </a:avLst>
          </a:prstGeom>
          <a:solidFill>
            <a:srgbClr val="1B4F8F"/>
          </a:solidFill>
          <a:ln/>
          <a:effectLst>
            <a:outerShdw sx="100000" sy="100000" kx="0" ky="0" algn="bl" rotWithShape="0" blurRad="76200" dist="25400" dir="5400000">
              <a:srgbClr val="1b4f8f">
                <a:alpha val="18824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1239500" y="3429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22515"/>
                </a:moveTo>
                <a:cubicBezTo>
                  <a:pt x="294731" y="128349"/>
                  <a:pt x="283165" y="133052"/>
                  <a:pt x="271122" y="136803"/>
                </a:cubicBezTo>
                <a:cubicBezTo>
                  <a:pt x="239146" y="146804"/>
                  <a:pt x="197168" y="152400"/>
                  <a:pt x="152400" y="152400"/>
                </a:cubicBezTo>
                <a:cubicBezTo>
                  <a:pt x="107632" y="152400"/>
                  <a:pt x="65586" y="146745"/>
                  <a:pt x="33678" y="136803"/>
                </a:cubicBezTo>
                <a:cubicBezTo>
                  <a:pt x="21703" y="133052"/>
                  <a:pt x="10069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68240" y="219075"/>
                  <a:pt x="152400" y="219075"/>
                </a:cubicBezTo>
                <a:cubicBezTo>
                  <a:pt x="236560" y="219075"/>
                  <a:pt x="304800" y="197763"/>
                  <a:pt x="304800" y="171450"/>
                </a:cubicBezTo>
                <a:lnTo>
                  <a:pt x="304800" y="122515"/>
                </a:lnTo>
                <a:close/>
                <a:moveTo>
                  <a:pt x="304800" y="76200"/>
                </a:moveTo>
                <a:lnTo>
                  <a:pt x="304800" y="47625"/>
                </a:lnTo>
                <a:cubicBezTo>
                  <a:pt x="304800" y="21312"/>
                  <a:pt x="236560" y="0"/>
                  <a:pt x="152400" y="0"/>
                </a:cubicBezTo>
                <a:cubicBezTo>
                  <a:pt x="6824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68240" y="123825"/>
                  <a:pt x="152400" y="123825"/>
                </a:cubicBezTo>
                <a:cubicBezTo>
                  <a:pt x="236560" y="123825"/>
                  <a:pt x="304800" y="102513"/>
                  <a:pt x="304800" y="76200"/>
                </a:cubicBezTo>
                <a:close/>
                <a:moveTo>
                  <a:pt x="271122" y="232053"/>
                </a:moveTo>
                <a:cubicBezTo>
                  <a:pt x="239214" y="241995"/>
                  <a:pt x="197236" y="247650"/>
                  <a:pt x="152400" y="247650"/>
                </a:cubicBezTo>
                <a:cubicBezTo>
                  <a:pt x="107564" y="247650"/>
                  <a:pt x="65586" y="241995"/>
                  <a:pt x="33678" y="232053"/>
                </a:cubicBezTo>
                <a:cubicBezTo>
                  <a:pt x="21703" y="228302"/>
                  <a:pt x="10069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68240" y="304800"/>
                  <a:pt x="152400" y="304800"/>
                </a:cubicBezTo>
                <a:cubicBezTo>
                  <a:pt x="236560" y="304800"/>
                  <a:pt x="304800" y="283488"/>
                  <a:pt x="304800" y="257175"/>
                </a:cubicBezTo>
                <a:lnTo>
                  <a:pt x="304800" y="217765"/>
                </a:lnTo>
                <a:cubicBezTo>
                  <a:pt x="294731" y="223599"/>
                  <a:pt x="283165" y="228302"/>
                  <a:pt x="271122" y="232053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24" name="Text 21"/>
          <p:cNvSpPr/>
          <p:nvPr/>
        </p:nvSpPr>
        <p:spPr>
          <a:xfrm>
            <a:off x="11620500" y="3403600"/>
            <a:ext cx="1778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</a:t>
            </a:r>
            <a:pPr algn="l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ABC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12319000" y="4191000"/>
            <a:ext cx="0" cy="508000"/>
          </a:xfrm>
          <a:prstGeom prst="straightConnector1">
            <a:avLst/>
          </a:prstGeom>
          <a:noFill/>
          <a:ln w="25400">
            <a:solidFill>
              <a:srgbClr val="E87722"/>
            </a:solidFill>
            <a:prstDash val="solid"/>
            <a:headEnd type="none"/>
            <a:tailEnd type="arrow"/>
          </a:ln>
        </p:spPr>
      </p:sp>
      <p:sp>
        <p:nvSpPr>
          <p:cNvPr id="26" name="Shape 23"/>
          <p:cNvSpPr/>
          <p:nvPr/>
        </p:nvSpPr>
        <p:spPr>
          <a:xfrm>
            <a:off x="11049000" y="4826000"/>
            <a:ext cx="2540000" cy="7620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11239500" y="495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89654"/>
                </a:moveTo>
                <a:lnTo>
                  <a:pt x="242054" y="146804"/>
                </a:lnTo>
                <a:cubicBezTo>
                  <a:pt x="236577" y="152281"/>
                  <a:pt x="228421" y="153888"/>
                  <a:pt x="221278" y="150912"/>
                </a:cubicBezTo>
                <a:cubicBezTo>
                  <a:pt x="214134" y="147935"/>
                  <a:pt x="209550" y="141030"/>
                  <a:pt x="209550" y="133350"/>
                </a:cubicBezTo>
                <a:lnTo>
                  <a:pt x="209550" y="95250"/>
                </a:lnTo>
                <a:lnTo>
                  <a:pt x="19050" y="95250"/>
                </a:lnTo>
                <a:cubicBezTo>
                  <a:pt x="8513" y="95250"/>
                  <a:pt x="0" y="86737"/>
                  <a:pt x="0" y="76200"/>
                </a:cubicBezTo>
                <a:cubicBezTo>
                  <a:pt x="0" y="65663"/>
                  <a:pt x="8513" y="57150"/>
                  <a:pt x="19050" y="57150"/>
                </a:cubicBezTo>
                <a:lnTo>
                  <a:pt x="209550" y="57150"/>
                </a:lnTo>
                <a:lnTo>
                  <a:pt x="209550" y="19050"/>
                </a:lnTo>
                <a:cubicBezTo>
                  <a:pt x="209550" y="11370"/>
                  <a:pt x="214193" y="4405"/>
                  <a:pt x="221337" y="1429"/>
                </a:cubicBezTo>
                <a:cubicBezTo>
                  <a:pt x="228481" y="-1548"/>
                  <a:pt x="236637" y="119"/>
                  <a:pt x="242114" y="5536"/>
                </a:cubicBezTo>
                <a:lnTo>
                  <a:pt x="299264" y="62686"/>
                </a:lnTo>
                <a:cubicBezTo>
                  <a:pt x="306705" y="70128"/>
                  <a:pt x="306705" y="82213"/>
                  <a:pt x="299264" y="89654"/>
                </a:cubicBezTo>
                <a:close/>
                <a:moveTo>
                  <a:pt x="62686" y="299204"/>
                </a:moveTo>
                <a:lnTo>
                  <a:pt x="5536" y="242054"/>
                </a:lnTo>
                <a:cubicBezTo>
                  <a:pt x="-1905" y="234613"/>
                  <a:pt x="-1905" y="222528"/>
                  <a:pt x="5536" y="215086"/>
                </a:cubicBezTo>
                <a:lnTo>
                  <a:pt x="62686" y="157936"/>
                </a:lnTo>
                <a:cubicBezTo>
                  <a:pt x="68163" y="152460"/>
                  <a:pt x="76319" y="150852"/>
                  <a:pt x="83463" y="153829"/>
                </a:cubicBezTo>
                <a:cubicBezTo>
                  <a:pt x="90607" y="156805"/>
                  <a:pt x="95250" y="163770"/>
                  <a:pt x="95250" y="171450"/>
                </a:cubicBezTo>
                <a:lnTo>
                  <a:pt x="95250" y="209550"/>
                </a:lnTo>
                <a:lnTo>
                  <a:pt x="285750" y="209550"/>
                </a:lnTo>
                <a:cubicBezTo>
                  <a:pt x="296287" y="209550"/>
                  <a:pt x="304800" y="218063"/>
                  <a:pt x="304800" y="228600"/>
                </a:cubicBezTo>
                <a:cubicBezTo>
                  <a:pt x="304800" y="239137"/>
                  <a:pt x="296287" y="247650"/>
                  <a:pt x="285750" y="247650"/>
                </a:cubicBezTo>
                <a:lnTo>
                  <a:pt x="95250" y="247650"/>
                </a:lnTo>
                <a:lnTo>
                  <a:pt x="95250" y="285750"/>
                </a:lnTo>
                <a:cubicBezTo>
                  <a:pt x="95250" y="293430"/>
                  <a:pt x="90607" y="300395"/>
                  <a:pt x="83463" y="303371"/>
                </a:cubicBezTo>
                <a:cubicBezTo>
                  <a:pt x="76319" y="306348"/>
                  <a:pt x="68163" y="304681"/>
                  <a:pt x="62686" y="299264"/>
                </a:cubicBez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28" name="Text 25"/>
          <p:cNvSpPr/>
          <p:nvPr/>
        </p:nvSpPr>
        <p:spPr>
          <a:xfrm>
            <a:off x="11620500" y="4889500"/>
            <a:ext cx="177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Transfer</a:t>
            </a:r>
            <a:pPr algn="l">
              <a:lnSpc>
                <a:spcPct val="13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University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12319000" y="5651500"/>
            <a:ext cx="0" cy="571500"/>
          </a:xfrm>
          <a:prstGeom prst="straightConnector1">
            <a:avLst/>
          </a:prstGeom>
          <a:noFill/>
          <a:ln w="25400">
            <a:solidFill>
              <a:srgbClr val="E87722"/>
            </a:solidFill>
            <a:prstDash val="solid"/>
            <a:headEnd type="none"/>
            <a:tailEnd type="arrow"/>
          </a:ln>
        </p:spPr>
      </p:sp>
      <p:sp>
        <p:nvSpPr>
          <p:cNvPr id="30" name="Shape 27"/>
          <p:cNvSpPr/>
          <p:nvPr/>
        </p:nvSpPr>
        <p:spPr>
          <a:xfrm>
            <a:off x="4445000" y="6350000"/>
            <a:ext cx="9144000" cy="698500"/>
          </a:xfrm>
          <a:prstGeom prst="roundRect">
            <a:avLst>
              <a:gd name="adj" fmla="val 10000"/>
            </a:avLst>
          </a:prstGeom>
          <a:solidFill>
            <a:srgbClr val="22C55E">
              <a:alpha val="12549"/>
            </a:srgbClr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76200" dist="25400" dir="5400000">
              <a:srgbClr val="22c55e">
                <a:alpha val="12549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826000" y="6159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70193" y="168831"/>
                </a:moveTo>
                <a:lnTo>
                  <a:pt x="206692" y="270431"/>
                </a:lnTo>
                <a:cubicBezTo>
                  <a:pt x="203359" y="275749"/>
                  <a:pt x="197644" y="279083"/>
                  <a:pt x="191373" y="279400"/>
                </a:cubicBezTo>
                <a:cubicBezTo>
                  <a:pt x="185102" y="279718"/>
                  <a:pt x="179070" y="276860"/>
                  <a:pt x="175339" y="271780"/>
                </a:cubicBezTo>
                <a:lnTo>
                  <a:pt x="137239" y="220980"/>
                </a:lnTo>
                <a:cubicBezTo>
                  <a:pt x="130889" y="212566"/>
                  <a:pt x="132636" y="200660"/>
                  <a:pt x="141049" y="194310"/>
                </a:cubicBezTo>
                <a:cubicBezTo>
                  <a:pt x="149463" y="187960"/>
                  <a:pt x="161369" y="189706"/>
                  <a:pt x="167719" y="198120"/>
                </a:cubicBezTo>
                <a:lnTo>
                  <a:pt x="189151" y="226695"/>
                </a:lnTo>
                <a:lnTo>
                  <a:pt x="237887" y="148669"/>
                </a:lnTo>
                <a:cubicBezTo>
                  <a:pt x="243443" y="139779"/>
                  <a:pt x="255191" y="137001"/>
                  <a:pt x="264160" y="142637"/>
                </a:cubicBezTo>
                <a:cubicBezTo>
                  <a:pt x="273129" y="148273"/>
                  <a:pt x="275828" y="159941"/>
                  <a:pt x="270193" y="168910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32" name="Text 29"/>
          <p:cNvSpPr/>
          <p:nvPr/>
        </p:nvSpPr>
        <p:spPr>
          <a:xfrm>
            <a:off x="5397500" y="6451600"/>
            <a:ext cx="787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6A3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Count towards Degree Requirements!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1143000" y="3556000"/>
            <a:ext cx="9144000" cy="13970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/>
        </p:spPr>
      </p:sp>
      <p:sp>
        <p:nvSpPr>
          <p:cNvPr id="34" name="Text 31"/>
          <p:cNvSpPr/>
          <p:nvPr/>
        </p:nvSpPr>
        <p:spPr>
          <a:xfrm>
            <a:off x="1460500" y="3683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Regulations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460500" y="4064000"/>
            <a:ext cx="8509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UGC allows up to </a:t>
            </a:r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40% credits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through online learning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1460500" y="4445000"/>
            <a:ext cx="8509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AICTE recognizes NPTEL for </a:t>
            </a:r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Faculty Development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NPTEL | IITs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21 / 43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Credit Transfer Example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2000" y="1079500"/>
            <a:ext cx="762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2"/>
          <p:cNvSpPr/>
          <p:nvPr/>
        </p:nvSpPr>
        <p:spPr>
          <a:xfrm>
            <a:off x="762000" y="1460500"/>
            <a:ext cx="2540000" cy="457200"/>
          </a:xfrm>
          <a:prstGeom prst="roundRect">
            <a:avLst>
              <a:gd name="adj" fmla="val 50000"/>
            </a:avLst>
          </a:prstGeom>
          <a:solidFill>
            <a:srgbClr val="E87722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14605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SEMESTER 5 EXAMPLE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62000" y="2222500"/>
            <a:ext cx="7112000" cy="431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275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79500" y="2476500"/>
            <a:ext cx="6477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for Data Science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079500" y="3022600"/>
            <a:ext cx="6477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10" name="Shape 7"/>
          <p:cNvSpPr/>
          <p:nvPr/>
        </p:nvSpPr>
        <p:spPr>
          <a:xfrm>
            <a:off x="1270000" y="3302000"/>
            <a:ext cx="203200" cy="203200"/>
          </a:xfrm>
          <a:prstGeom prst="ellipse">
            <a:avLst/>
          </a:prstGeom>
          <a:solidFill>
            <a:srgbClr val="1B4F8F"/>
          </a:solidFill>
          <a:ln/>
        </p:spPr>
      </p:sp>
      <p:sp>
        <p:nvSpPr>
          <p:cNvPr id="11" name="Text 8"/>
          <p:cNvSpPr/>
          <p:nvPr/>
        </p:nvSpPr>
        <p:spPr>
          <a:xfrm>
            <a:off x="1625600" y="3238500"/>
            <a:ext cx="596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Enrolled in 8-week NPTEL course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270000" y="3746500"/>
            <a:ext cx="203200" cy="203200"/>
          </a:xfrm>
          <a:prstGeom prst="ellipse">
            <a:avLst/>
          </a:prstGeom>
          <a:solidFill>
            <a:srgbClr val="1B4F8F"/>
          </a:solidFill>
          <a:ln/>
        </p:spPr>
      </p:sp>
      <p:sp>
        <p:nvSpPr>
          <p:cNvPr id="13" name="Text 10"/>
          <p:cNvSpPr/>
          <p:nvPr/>
        </p:nvSpPr>
        <p:spPr>
          <a:xfrm>
            <a:off x="1625600" y="3683000"/>
            <a:ext cx="596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Completed all weekly assignments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270000" y="4191000"/>
            <a:ext cx="203200" cy="20320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15" name="Text 12"/>
          <p:cNvSpPr/>
          <p:nvPr/>
        </p:nvSpPr>
        <p:spPr>
          <a:xfrm>
            <a:off x="1625600" y="4127500"/>
            <a:ext cx="596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Scored </a:t>
            </a:r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82%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proctored exam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270000" y="4635500"/>
            <a:ext cx="203200" cy="203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7" name="Text 14"/>
          <p:cNvSpPr/>
          <p:nvPr/>
        </p:nvSpPr>
        <p:spPr>
          <a:xfrm>
            <a:off x="1625600" y="4572000"/>
            <a:ext cx="596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Earned </a:t>
            </a:r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credits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stored in ABC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270000" y="5080000"/>
            <a:ext cx="203200" cy="203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9" name="Text 16"/>
          <p:cNvSpPr/>
          <p:nvPr/>
        </p:nvSpPr>
        <p:spPr>
          <a:xfrm>
            <a:off x="1625600" y="5016500"/>
            <a:ext cx="596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Credits transferred to university records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270000" y="5524500"/>
            <a:ext cx="203200" cy="203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1" name="Text 18"/>
          <p:cNvSpPr/>
          <p:nvPr/>
        </p:nvSpPr>
        <p:spPr>
          <a:xfrm>
            <a:off x="1625600" y="5461000"/>
            <a:ext cx="596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Appears in academic transcript as elective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255000" y="2222500"/>
            <a:ext cx="7239000" cy="4318000"/>
          </a:xfrm>
          <a:prstGeom prst="roundRect">
            <a:avLst>
              <a:gd name="adj" fmla="val 8000"/>
            </a:avLst>
          </a:prstGeom>
          <a:solidFill>
            <a:srgbClr val="1B4F8F"/>
          </a:solidFill>
          <a:ln/>
          <a:effectLst>
            <a:outerShdw sx="100000" sy="100000" kx="0" ky="0" algn="bl" rotWithShape="0" blurRad="127000" dist="38100" dir="5400000">
              <a:srgbClr val="1b4f8f">
                <a:alpha val="18824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8572500" y="2476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Outcome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8572500" y="2921000"/>
            <a:ext cx="6604000" cy="0"/>
          </a:xfrm>
          <a:prstGeom prst="straightConnector1">
            <a:avLst/>
          </a:prstGeom>
          <a:noFill/>
          <a:ln w="12700">
            <a:solidFill>
              <a:srgbClr val="FFFFFF">
                <a:alpha val="18824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Text 22"/>
          <p:cNvSpPr/>
          <p:nvPr/>
        </p:nvSpPr>
        <p:spPr>
          <a:xfrm>
            <a:off x="8572500" y="3175000"/>
            <a:ext cx="304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3600" dirty="0"/>
          </a:p>
        </p:txBody>
      </p:sp>
      <p:sp>
        <p:nvSpPr>
          <p:cNvPr id="26" name="Text 23"/>
          <p:cNvSpPr/>
          <p:nvPr/>
        </p:nvSpPr>
        <p:spPr>
          <a:xfrm>
            <a:off x="8572500" y="3937000"/>
            <a:ext cx="304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Credits Earned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11874500" y="3238500"/>
            <a:ext cx="0" cy="889000"/>
          </a:xfrm>
          <a:prstGeom prst="straightConnector1">
            <a:avLst/>
          </a:prstGeom>
          <a:noFill/>
          <a:ln w="12700">
            <a:solidFill>
              <a:srgbClr val="FFFFFF">
                <a:alpha val="18824"/>
              </a:srgbClr>
            </a:solidFill>
            <a:prstDash val="solid"/>
            <a:headEnd type="none"/>
            <a:tailEnd type="none"/>
          </a:ln>
        </p:spPr>
      </p:sp>
      <p:sp>
        <p:nvSpPr>
          <p:cNvPr id="28" name="Text 25"/>
          <p:cNvSpPr/>
          <p:nvPr/>
        </p:nvSpPr>
        <p:spPr>
          <a:xfrm>
            <a:off x="11938000" y="3175000"/>
            <a:ext cx="304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82%</a:t>
            </a:r>
            <a:endParaRPr lang="en-US" sz="3600" dirty="0"/>
          </a:p>
        </p:txBody>
      </p:sp>
      <p:sp>
        <p:nvSpPr>
          <p:cNvPr id="29" name="Text 26"/>
          <p:cNvSpPr/>
          <p:nvPr/>
        </p:nvSpPr>
        <p:spPr>
          <a:xfrm>
            <a:off x="11938000" y="3937000"/>
            <a:ext cx="304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 Score — Elite!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8572500" y="4572000"/>
            <a:ext cx="6604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8235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826500" y="4635500"/>
            <a:ext cx="609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★</a:t>
            </a:r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Elite Certificate + 3 Academic Credits + Transcript Entry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8572500" y="54610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course = Certificate + Credits + Transcript value. All digital, verifiable, and permanent.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NPTEL | IITs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 / 43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 Chapter Benefits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2000" y="1079500"/>
            <a:ext cx="762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Text 2"/>
          <p:cNvSpPr/>
          <p:nvPr/>
        </p:nvSpPr>
        <p:spPr>
          <a:xfrm>
            <a:off x="762000" y="1397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 college can become an NPTEL Local Chapter — unlocking exclusive benefits for all students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62000" y="2095500"/>
            <a:ext cx="4699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79500" y="2349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196850"/>
                </a:moveTo>
                <a:cubicBezTo>
                  <a:pt x="143120" y="196850"/>
                  <a:pt x="94343" y="154170"/>
                  <a:pt x="94343" y="101600"/>
                </a:cubicBezTo>
                <a:cubicBezTo>
                  <a:pt x="94343" y="49030"/>
                  <a:pt x="143120" y="6350"/>
                  <a:pt x="203200" y="6350"/>
                </a:cubicBezTo>
                <a:cubicBezTo>
                  <a:pt x="263280" y="6350"/>
                  <a:pt x="312057" y="49030"/>
                  <a:pt x="312057" y="101600"/>
                </a:cubicBezTo>
                <a:cubicBezTo>
                  <a:pt x="312057" y="154170"/>
                  <a:pt x="263280" y="196850"/>
                  <a:pt x="203200" y="196850"/>
                </a:cubicBezTo>
                <a:close/>
                <a:moveTo>
                  <a:pt x="175532" y="241300"/>
                </a:moveTo>
                <a:lnTo>
                  <a:pt x="230868" y="241300"/>
                </a:lnTo>
                <a:cubicBezTo>
                  <a:pt x="239667" y="241300"/>
                  <a:pt x="246743" y="247491"/>
                  <a:pt x="246743" y="255191"/>
                </a:cubicBezTo>
                <a:cubicBezTo>
                  <a:pt x="246743" y="258524"/>
                  <a:pt x="245382" y="261699"/>
                  <a:pt x="242933" y="264239"/>
                </a:cubicBezTo>
                <a:lnTo>
                  <a:pt x="218077" y="289639"/>
                </a:lnTo>
                <a:lnTo>
                  <a:pt x="246199" y="381000"/>
                </a:lnTo>
                <a:lnTo>
                  <a:pt x="246743" y="381000"/>
                </a:lnTo>
                <a:lnTo>
                  <a:pt x="278130" y="271066"/>
                </a:lnTo>
                <a:cubicBezTo>
                  <a:pt x="280126" y="264160"/>
                  <a:pt x="288199" y="259953"/>
                  <a:pt x="295819" y="262493"/>
                </a:cubicBezTo>
                <a:cubicBezTo>
                  <a:pt x="351971" y="281226"/>
                  <a:pt x="391886" y="328851"/>
                  <a:pt x="391886" y="384572"/>
                </a:cubicBezTo>
                <a:cubicBezTo>
                  <a:pt x="391886" y="396558"/>
                  <a:pt x="380728" y="406321"/>
                  <a:pt x="367030" y="406321"/>
                </a:cubicBezTo>
                <a:lnTo>
                  <a:pt x="39370" y="406400"/>
                </a:lnTo>
                <a:cubicBezTo>
                  <a:pt x="25672" y="406400"/>
                  <a:pt x="14514" y="396637"/>
                  <a:pt x="14514" y="384651"/>
                </a:cubicBezTo>
                <a:cubicBezTo>
                  <a:pt x="14514" y="328930"/>
                  <a:pt x="54429" y="281305"/>
                  <a:pt x="110581" y="262573"/>
                </a:cubicBezTo>
                <a:cubicBezTo>
                  <a:pt x="118201" y="260033"/>
                  <a:pt x="126274" y="264239"/>
                  <a:pt x="128270" y="271145"/>
                </a:cubicBezTo>
                <a:lnTo>
                  <a:pt x="159657" y="381079"/>
                </a:lnTo>
                <a:lnTo>
                  <a:pt x="160201" y="381079"/>
                </a:lnTo>
                <a:lnTo>
                  <a:pt x="188323" y="289719"/>
                </a:lnTo>
                <a:lnTo>
                  <a:pt x="163467" y="264319"/>
                </a:lnTo>
                <a:cubicBezTo>
                  <a:pt x="161018" y="261779"/>
                  <a:pt x="159657" y="258604"/>
                  <a:pt x="159657" y="255270"/>
                </a:cubicBezTo>
                <a:cubicBezTo>
                  <a:pt x="159657" y="247571"/>
                  <a:pt x="166733" y="241379"/>
                  <a:pt x="175532" y="241379"/>
                </a:cubicBez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8" name="Text 5"/>
          <p:cNvSpPr/>
          <p:nvPr/>
        </p:nvSpPr>
        <p:spPr>
          <a:xfrm>
            <a:off x="1651000" y="23495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Dedicated Faculty Mentor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79500" y="2857500"/>
            <a:ext cx="406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faculty member guides students through course selection and preparation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778500" y="2095500"/>
            <a:ext cx="4699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096000" y="2349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12700"/>
                </a:moveTo>
                <a:cubicBezTo>
                  <a:pt x="239648" y="12700"/>
                  <a:pt x="269240" y="49689"/>
                  <a:pt x="269240" y="95250"/>
                </a:cubicBezTo>
                <a:cubicBezTo>
                  <a:pt x="269240" y="140811"/>
                  <a:pt x="239648" y="177800"/>
                  <a:pt x="203200" y="177800"/>
                </a:cubicBezTo>
                <a:cubicBezTo>
                  <a:pt x="166752" y="177800"/>
                  <a:pt x="137160" y="140811"/>
                  <a:pt x="137160" y="95250"/>
                </a:cubicBezTo>
                <a:cubicBezTo>
                  <a:pt x="137160" y="49689"/>
                  <a:pt x="166752" y="12700"/>
                  <a:pt x="203200" y="12700"/>
                </a:cubicBezTo>
                <a:close/>
                <a:moveTo>
                  <a:pt x="60960" y="69850"/>
                </a:moveTo>
                <a:cubicBezTo>
                  <a:pt x="86194" y="69850"/>
                  <a:pt x="106680" y="95458"/>
                  <a:pt x="106680" y="127000"/>
                </a:cubicBezTo>
                <a:cubicBezTo>
                  <a:pt x="106680" y="158542"/>
                  <a:pt x="86194" y="184150"/>
                  <a:pt x="60960" y="184150"/>
                </a:cubicBezTo>
                <a:cubicBezTo>
                  <a:pt x="35726" y="184150"/>
                  <a:pt x="15240" y="158542"/>
                  <a:pt x="15240" y="127000"/>
                </a:cubicBezTo>
                <a:cubicBezTo>
                  <a:pt x="15240" y="95458"/>
                  <a:pt x="35726" y="69850"/>
                  <a:pt x="60960" y="69850"/>
                </a:cubicBezTo>
                <a:close/>
                <a:moveTo>
                  <a:pt x="0" y="330200"/>
                </a:moveTo>
                <a:cubicBezTo>
                  <a:pt x="0" y="274082"/>
                  <a:pt x="36386" y="228600"/>
                  <a:pt x="81280" y="228600"/>
                </a:cubicBezTo>
                <a:cubicBezTo>
                  <a:pt x="89408" y="228600"/>
                  <a:pt x="97282" y="230108"/>
                  <a:pt x="104712" y="232886"/>
                </a:cubicBezTo>
                <a:cubicBezTo>
                  <a:pt x="83820" y="262096"/>
                  <a:pt x="71120" y="300672"/>
                  <a:pt x="71120" y="342900"/>
                </a:cubicBezTo>
                <a:lnTo>
                  <a:pt x="71120" y="355600"/>
                </a:lnTo>
                <a:cubicBezTo>
                  <a:pt x="71120" y="364649"/>
                  <a:pt x="72644" y="373221"/>
                  <a:pt x="75375" y="381000"/>
                </a:cubicBezTo>
                <a:lnTo>
                  <a:pt x="20320" y="381000"/>
                </a:lnTo>
                <a:cubicBezTo>
                  <a:pt x="9081" y="381000"/>
                  <a:pt x="0" y="369649"/>
                  <a:pt x="0" y="355600"/>
                </a:cubicBezTo>
                <a:lnTo>
                  <a:pt x="0" y="330200"/>
                </a:lnTo>
                <a:close/>
                <a:moveTo>
                  <a:pt x="331026" y="381000"/>
                </a:moveTo>
                <a:cubicBezTo>
                  <a:pt x="333756" y="373221"/>
                  <a:pt x="335280" y="364649"/>
                  <a:pt x="335280" y="355600"/>
                </a:cubicBezTo>
                <a:lnTo>
                  <a:pt x="335280" y="342900"/>
                </a:lnTo>
                <a:cubicBezTo>
                  <a:pt x="335280" y="300673"/>
                  <a:pt x="322580" y="262096"/>
                  <a:pt x="301689" y="232886"/>
                </a:cubicBezTo>
                <a:cubicBezTo>
                  <a:pt x="309118" y="230108"/>
                  <a:pt x="316992" y="228600"/>
                  <a:pt x="325120" y="228600"/>
                </a:cubicBezTo>
                <a:cubicBezTo>
                  <a:pt x="370015" y="228600"/>
                  <a:pt x="406400" y="274082"/>
                  <a:pt x="406400" y="330200"/>
                </a:cubicBezTo>
                <a:lnTo>
                  <a:pt x="406400" y="355600"/>
                </a:lnTo>
                <a:cubicBezTo>
                  <a:pt x="406400" y="369649"/>
                  <a:pt x="397320" y="381000"/>
                  <a:pt x="386080" y="381000"/>
                </a:cubicBezTo>
                <a:lnTo>
                  <a:pt x="331026" y="381000"/>
                </a:lnTo>
                <a:close/>
                <a:moveTo>
                  <a:pt x="299720" y="127000"/>
                </a:moveTo>
                <a:cubicBezTo>
                  <a:pt x="299720" y="95458"/>
                  <a:pt x="320206" y="69850"/>
                  <a:pt x="345440" y="69850"/>
                </a:cubicBezTo>
                <a:cubicBezTo>
                  <a:pt x="370674" y="69850"/>
                  <a:pt x="391160" y="95458"/>
                  <a:pt x="391160" y="127000"/>
                </a:cubicBezTo>
                <a:cubicBezTo>
                  <a:pt x="391160" y="158542"/>
                  <a:pt x="370674" y="184150"/>
                  <a:pt x="345440" y="184150"/>
                </a:cubicBezTo>
                <a:cubicBezTo>
                  <a:pt x="320206" y="184150"/>
                  <a:pt x="299720" y="158542"/>
                  <a:pt x="299720" y="127000"/>
                </a:cubicBezTo>
                <a:close/>
                <a:moveTo>
                  <a:pt x="101600" y="342900"/>
                </a:moveTo>
                <a:cubicBezTo>
                  <a:pt x="101600" y="272733"/>
                  <a:pt x="147066" y="215900"/>
                  <a:pt x="203200" y="215900"/>
                </a:cubicBezTo>
                <a:cubicBezTo>
                  <a:pt x="259334" y="215900"/>
                  <a:pt x="304800" y="272733"/>
                  <a:pt x="304800" y="342900"/>
                </a:cubicBezTo>
                <a:lnTo>
                  <a:pt x="304800" y="355600"/>
                </a:lnTo>
                <a:cubicBezTo>
                  <a:pt x="304800" y="369649"/>
                  <a:pt x="295720" y="381000"/>
                  <a:pt x="284480" y="381000"/>
                </a:cubicBezTo>
                <a:lnTo>
                  <a:pt x="121920" y="381000"/>
                </a:lnTo>
                <a:cubicBezTo>
                  <a:pt x="110681" y="381000"/>
                  <a:pt x="101600" y="369649"/>
                  <a:pt x="101600" y="355600"/>
                </a:cubicBezTo>
                <a:lnTo>
                  <a:pt x="101600" y="342900"/>
                </a:ln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2" name="Text 9"/>
          <p:cNvSpPr/>
          <p:nvPr/>
        </p:nvSpPr>
        <p:spPr>
          <a:xfrm>
            <a:off x="6667500" y="23495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Study Groups &amp; Peer Support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096000" y="2857500"/>
            <a:ext cx="406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 learning circles with classmates for collaborative preparation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10795000" y="2095500"/>
            <a:ext cx="4699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1112500" y="2349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50800" y="36751"/>
                  <a:pt x="39449" y="25400"/>
                  <a:pt x="25400" y="25400"/>
                </a:cubicBezTo>
                <a:cubicBezTo>
                  <a:pt x="11351" y="25400"/>
                  <a:pt x="0" y="36751"/>
                  <a:pt x="0" y="50800"/>
                </a:cubicBezTo>
                <a:lnTo>
                  <a:pt x="0" y="317500"/>
                </a:lnTo>
                <a:cubicBezTo>
                  <a:pt x="0" y="352584"/>
                  <a:pt x="28416" y="381000"/>
                  <a:pt x="635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cubicBezTo>
                  <a:pt x="406400" y="341551"/>
                  <a:pt x="395049" y="330200"/>
                  <a:pt x="381000" y="330200"/>
                </a:cubicBezTo>
                <a:lnTo>
                  <a:pt x="63500" y="330200"/>
                </a:lnTo>
                <a:cubicBezTo>
                  <a:pt x="56515" y="330200"/>
                  <a:pt x="50800" y="324485"/>
                  <a:pt x="50800" y="317500"/>
                </a:cubicBezTo>
                <a:lnTo>
                  <a:pt x="50800" y="50800"/>
                </a:lnTo>
                <a:close/>
                <a:moveTo>
                  <a:pt x="373539" y="119539"/>
                </a:moveTo>
                <a:cubicBezTo>
                  <a:pt x="383461" y="109617"/>
                  <a:pt x="383461" y="93504"/>
                  <a:pt x="373539" y="83582"/>
                </a:cubicBezTo>
                <a:cubicBezTo>
                  <a:pt x="363617" y="73660"/>
                  <a:pt x="347504" y="73660"/>
                  <a:pt x="337582" y="83582"/>
                </a:cubicBezTo>
                <a:lnTo>
                  <a:pt x="254000" y="167243"/>
                </a:lnTo>
                <a:lnTo>
                  <a:pt x="208439" y="121761"/>
                </a:lnTo>
                <a:cubicBezTo>
                  <a:pt x="198517" y="111839"/>
                  <a:pt x="182404" y="111839"/>
                  <a:pt x="172482" y="121761"/>
                </a:cubicBezTo>
                <a:lnTo>
                  <a:pt x="96282" y="197961"/>
                </a:lnTo>
                <a:cubicBezTo>
                  <a:pt x="86360" y="207883"/>
                  <a:pt x="86360" y="223996"/>
                  <a:pt x="96282" y="233918"/>
                </a:cubicBezTo>
                <a:cubicBezTo>
                  <a:pt x="106204" y="243840"/>
                  <a:pt x="122317" y="243840"/>
                  <a:pt x="132239" y="233918"/>
                </a:cubicBezTo>
                <a:lnTo>
                  <a:pt x="190500" y="175657"/>
                </a:lnTo>
                <a:lnTo>
                  <a:pt x="236061" y="221218"/>
                </a:lnTo>
                <a:cubicBezTo>
                  <a:pt x="245983" y="231140"/>
                  <a:pt x="262096" y="231140"/>
                  <a:pt x="272018" y="221218"/>
                </a:cubicBezTo>
                <a:lnTo>
                  <a:pt x="373618" y="119618"/>
                </a:ln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6" name="Text 13"/>
          <p:cNvSpPr/>
          <p:nvPr/>
        </p:nvSpPr>
        <p:spPr>
          <a:xfrm>
            <a:off x="11684000" y="23495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Progress Portal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1112500" y="2857500"/>
            <a:ext cx="406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enrollment, assignment scores, and exam results centrally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62000" y="4064000"/>
            <a:ext cx="4699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079500" y="431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14538" y="0"/>
                </a:moveTo>
                <a:lnTo>
                  <a:pt x="292338" y="0"/>
                </a:lnTo>
                <a:cubicBezTo>
                  <a:pt x="313373" y="0"/>
                  <a:pt x="330518" y="17304"/>
                  <a:pt x="329724" y="38259"/>
                </a:cubicBezTo>
                <a:cubicBezTo>
                  <a:pt x="329565" y="42466"/>
                  <a:pt x="329406" y="46673"/>
                  <a:pt x="329168" y="50800"/>
                </a:cubicBezTo>
                <a:lnTo>
                  <a:pt x="368538" y="50800"/>
                </a:lnTo>
                <a:cubicBezTo>
                  <a:pt x="389255" y="50800"/>
                  <a:pt x="407511" y="67945"/>
                  <a:pt x="405924" y="90329"/>
                </a:cubicBezTo>
                <a:cubicBezTo>
                  <a:pt x="399971" y="172641"/>
                  <a:pt x="357902" y="217884"/>
                  <a:pt x="312261" y="241538"/>
                </a:cubicBezTo>
                <a:cubicBezTo>
                  <a:pt x="299720" y="248047"/>
                  <a:pt x="286941" y="252889"/>
                  <a:pt x="274796" y="256461"/>
                </a:cubicBezTo>
                <a:cubicBezTo>
                  <a:pt x="258763" y="279162"/>
                  <a:pt x="242094" y="291148"/>
                  <a:pt x="228838" y="297577"/>
                </a:cubicBezTo>
                <a:lnTo>
                  <a:pt x="228838" y="355600"/>
                </a:lnTo>
                <a:lnTo>
                  <a:pt x="279638" y="355600"/>
                </a:lnTo>
                <a:cubicBezTo>
                  <a:pt x="293688" y="355600"/>
                  <a:pt x="305038" y="366951"/>
                  <a:pt x="305038" y="381000"/>
                </a:cubicBezTo>
                <a:cubicBezTo>
                  <a:pt x="305038" y="395049"/>
                  <a:pt x="293688" y="406400"/>
                  <a:pt x="279638" y="406400"/>
                </a:cubicBezTo>
                <a:lnTo>
                  <a:pt x="127238" y="406400"/>
                </a:lnTo>
                <a:cubicBezTo>
                  <a:pt x="113189" y="406400"/>
                  <a:pt x="101838" y="395049"/>
                  <a:pt x="101838" y="381000"/>
                </a:cubicBezTo>
                <a:cubicBezTo>
                  <a:pt x="101838" y="366951"/>
                  <a:pt x="113189" y="355600"/>
                  <a:pt x="127238" y="355600"/>
                </a:cubicBezTo>
                <a:lnTo>
                  <a:pt x="178038" y="355600"/>
                </a:lnTo>
                <a:lnTo>
                  <a:pt x="178038" y="297577"/>
                </a:lnTo>
                <a:cubicBezTo>
                  <a:pt x="165338" y="291465"/>
                  <a:pt x="149543" y="280114"/>
                  <a:pt x="134144" y="259239"/>
                </a:cubicBezTo>
                <a:cubicBezTo>
                  <a:pt x="119539" y="255429"/>
                  <a:pt x="103664" y="249634"/>
                  <a:pt x="88186" y="240903"/>
                </a:cubicBezTo>
                <a:cubicBezTo>
                  <a:pt x="45244" y="216852"/>
                  <a:pt x="6509" y="171529"/>
                  <a:pt x="953" y="90170"/>
                </a:cubicBezTo>
                <a:cubicBezTo>
                  <a:pt x="-556" y="67866"/>
                  <a:pt x="17621" y="50721"/>
                  <a:pt x="38338" y="50721"/>
                </a:cubicBezTo>
                <a:lnTo>
                  <a:pt x="77708" y="50721"/>
                </a:lnTo>
                <a:cubicBezTo>
                  <a:pt x="77470" y="46593"/>
                  <a:pt x="77311" y="42466"/>
                  <a:pt x="77153" y="38179"/>
                </a:cubicBezTo>
                <a:cubicBezTo>
                  <a:pt x="76359" y="17145"/>
                  <a:pt x="93504" y="-79"/>
                  <a:pt x="114538" y="-79"/>
                </a:cubicBezTo>
                <a:close/>
                <a:moveTo>
                  <a:pt x="80566" y="88900"/>
                </a:moveTo>
                <a:lnTo>
                  <a:pt x="38973" y="88900"/>
                </a:lnTo>
                <a:cubicBezTo>
                  <a:pt x="43894" y="156131"/>
                  <a:pt x="74771" y="189786"/>
                  <a:pt x="106601" y="207645"/>
                </a:cubicBezTo>
                <a:cubicBezTo>
                  <a:pt x="95171" y="178038"/>
                  <a:pt x="85725" y="139383"/>
                  <a:pt x="80566" y="88900"/>
                </a:cubicBezTo>
                <a:close/>
                <a:moveTo>
                  <a:pt x="301625" y="203835"/>
                </a:moveTo>
                <a:cubicBezTo>
                  <a:pt x="333772" y="184944"/>
                  <a:pt x="362823" y="151368"/>
                  <a:pt x="367744" y="88900"/>
                </a:cubicBezTo>
                <a:lnTo>
                  <a:pt x="326231" y="88900"/>
                </a:lnTo>
                <a:cubicBezTo>
                  <a:pt x="321310" y="137239"/>
                  <a:pt x="312420" y="174784"/>
                  <a:pt x="301625" y="203835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20" name="Text 17"/>
          <p:cNvSpPr/>
          <p:nvPr/>
        </p:nvSpPr>
        <p:spPr>
          <a:xfrm>
            <a:off x="1651000" y="4318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College Recognition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079500" y="4826000"/>
            <a:ext cx="406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Star/Spoke Local Chapter status based on student performance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778500" y="4064000"/>
            <a:ext cx="4699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096000" y="431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50800"/>
                </a:moveTo>
                <a:cubicBezTo>
                  <a:pt x="131536" y="50800"/>
                  <a:pt x="71936" y="96282"/>
                  <a:pt x="60144" y="156131"/>
                </a:cubicBezTo>
                <a:cubicBezTo>
                  <a:pt x="68580" y="153749"/>
                  <a:pt x="77651" y="152400"/>
                  <a:pt x="87086" y="152400"/>
                </a:cubicBezTo>
                <a:lnTo>
                  <a:pt x="101600" y="152400"/>
                </a:lnTo>
                <a:cubicBezTo>
                  <a:pt x="125639" y="152400"/>
                  <a:pt x="145143" y="169466"/>
                  <a:pt x="145143" y="190500"/>
                </a:cubicBezTo>
                <a:lnTo>
                  <a:pt x="145143" y="266700"/>
                </a:lnTo>
                <a:cubicBezTo>
                  <a:pt x="145143" y="287734"/>
                  <a:pt x="125639" y="304800"/>
                  <a:pt x="101600" y="304800"/>
                </a:cubicBezTo>
                <a:lnTo>
                  <a:pt x="87086" y="304800"/>
                </a:lnTo>
                <a:cubicBezTo>
                  <a:pt x="39007" y="304800"/>
                  <a:pt x="0" y="270669"/>
                  <a:pt x="0" y="228600"/>
                </a:cubicBezTo>
                <a:lnTo>
                  <a:pt x="0" y="177800"/>
                </a:lnTo>
                <a:cubicBezTo>
                  <a:pt x="0" y="79613"/>
                  <a:pt x="90986" y="0"/>
                  <a:pt x="203200" y="0"/>
                </a:cubicBezTo>
                <a:cubicBezTo>
                  <a:pt x="315414" y="0"/>
                  <a:pt x="406400" y="79613"/>
                  <a:pt x="406400" y="177800"/>
                </a:cubicBezTo>
                <a:lnTo>
                  <a:pt x="406400" y="311229"/>
                </a:lnTo>
                <a:cubicBezTo>
                  <a:pt x="406400" y="363855"/>
                  <a:pt x="357596" y="406479"/>
                  <a:pt x="297452" y="406479"/>
                </a:cubicBezTo>
                <a:lnTo>
                  <a:pt x="217714" y="406400"/>
                </a:lnTo>
                <a:lnTo>
                  <a:pt x="188686" y="406400"/>
                </a:lnTo>
                <a:cubicBezTo>
                  <a:pt x="164646" y="406400"/>
                  <a:pt x="145143" y="389334"/>
                  <a:pt x="145143" y="368300"/>
                </a:cubicBezTo>
                <a:cubicBezTo>
                  <a:pt x="145143" y="347266"/>
                  <a:pt x="164646" y="330200"/>
                  <a:pt x="188686" y="330200"/>
                </a:cubicBezTo>
                <a:lnTo>
                  <a:pt x="217714" y="330200"/>
                </a:lnTo>
                <a:cubicBezTo>
                  <a:pt x="241754" y="330200"/>
                  <a:pt x="261257" y="347266"/>
                  <a:pt x="261257" y="368300"/>
                </a:cubicBezTo>
                <a:lnTo>
                  <a:pt x="261257" y="368300"/>
                </a:lnTo>
                <a:lnTo>
                  <a:pt x="297543" y="368300"/>
                </a:lnTo>
                <a:cubicBezTo>
                  <a:pt x="333647" y="368300"/>
                  <a:pt x="362857" y="342741"/>
                  <a:pt x="362857" y="311150"/>
                </a:cubicBezTo>
                <a:lnTo>
                  <a:pt x="362857" y="294561"/>
                </a:lnTo>
                <a:cubicBezTo>
                  <a:pt x="350066" y="301069"/>
                  <a:pt x="335189" y="304721"/>
                  <a:pt x="319314" y="304721"/>
                </a:cubicBezTo>
                <a:lnTo>
                  <a:pt x="304800" y="304721"/>
                </a:lnTo>
                <a:cubicBezTo>
                  <a:pt x="280761" y="304721"/>
                  <a:pt x="261257" y="287655"/>
                  <a:pt x="261257" y="266621"/>
                </a:cubicBezTo>
                <a:lnTo>
                  <a:pt x="261257" y="190421"/>
                </a:lnTo>
                <a:cubicBezTo>
                  <a:pt x="261257" y="169386"/>
                  <a:pt x="280761" y="152321"/>
                  <a:pt x="304800" y="152321"/>
                </a:cubicBezTo>
                <a:lnTo>
                  <a:pt x="319314" y="152321"/>
                </a:lnTo>
                <a:cubicBezTo>
                  <a:pt x="328749" y="152321"/>
                  <a:pt x="337729" y="153591"/>
                  <a:pt x="346256" y="156051"/>
                </a:cubicBezTo>
                <a:cubicBezTo>
                  <a:pt x="334464" y="96282"/>
                  <a:pt x="274955" y="50721"/>
                  <a:pt x="203200" y="50721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24" name="Text 21"/>
          <p:cNvSpPr/>
          <p:nvPr/>
        </p:nvSpPr>
        <p:spPr>
          <a:xfrm>
            <a:off x="6667500" y="4318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Direct NPTEL Support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096000" y="4826000"/>
            <a:ext cx="406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communication channel with NPTEL team for queries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10795000" y="4064000"/>
            <a:ext cx="4699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11112500" y="431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23066" y="-20558"/>
                </a:moveTo>
                <a:cubicBezTo>
                  <a:pt x="210911" y="-27067"/>
                  <a:pt x="195580" y="-27067"/>
                  <a:pt x="183424" y="-20558"/>
                </a:cubicBezTo>
                <a:cubicBezTo>
                  <a:pt x="161290" y="-8731"/>
                  <a:pt x="147592" y="-5556"/>
                  <a:pt x="121648" y="-6032"/>
                </a:cubicBezTo>
                <a:cubicBezTo>
                  <a:pt x="107406" y="-6350"/>
                  <a:pt x="94161" y="397"/>
                  <a:pt x="87267" y="11351"/>
                </a:cubicBezTo>
                <a:cubicBezTo>
                  <a:pt x="74839" y="31274"/>
                  <a:pt x="64770" y="40084"/>
                  <a:pt x="42001" y="50959"/>
                </a:cubicBezTo>
                <a:cubicBezTo>
                  <a:pt x="29482" y="56912"/>
                  <a:pt x="21862" y="68580"/>
                  <a:pt x="22134" y="81042"/>
                </a:cubicBezTo>
                <a:cubicBezTo>
                  <a:pt x="22769" y="103743"/>
                  <a:pt x="19050" y="115729"/>
                  <a:pt x="5534" y="135096"/>
                </a:cubicBezTo>
                <a:cubicBezTo>
                  <a:pt x="-1905" y="145733"/>
                  <a:pt x="-1905" y="159147"/>
                  <a:pt x="5534" y="169783"/>
                </a:cubicBezTo>
                <a:cubicBezTo>
                  <a:pt x="19050" y="189151"/>
                  <a:pt x="22679" y="201136"/>
                  <a:pt x="22134" y="223838"/>
                </a:cubicBezTo>
                <a:cubicBezTo>
                  <a:pt x="21771" y="236299"/>
                  <a:pt x="29482" y="247888"/>
                  <a:pt x="42001" y="253921"/>
                </a:cubicBezTo>
                <a:cubicBezTo>
                  <a:pt x="62049" y="263525"/>
                  <a:pt x="72209" y="271463"/>
                  <a:pt x="82913" y="286861"/>
                </a:cubicBezTo>
                <a:lnTo>
                  <a:pt x="38735" y="363934"/>
                </a:lnTo>
                <a:cubicBezTo>
                  <a:pt x="33383" y="373380"/>
                  <a:pt x="37737" y="384810"/>
                  <a:pt x="48441" y="389493"/>
                </a:cubicBezTo>
                <a:lnTo>
                  <a:pt x="126456" y="423624"/>
                </a:lnTo>
                <a:cubicBezTo>
                  <a:pt x="136888" y="428149"/>
                  <a:pt x="149588" y="424736"/>
                  <a:pt x="155212" y="415846"/>
                </a:cubicBezTo>
                <a:lnTo>
                  <a:pt x="203109" y="340360"/>
                </a:lnTo>
                <a:lnTo>
                  <a:pt x="251006" y="415846"/>
                </a:lnTo>
                <a:cubicBezTo>
                  <a:pt x="256631" y="424736"/>
                  <a:pt x="269331" y="428228"/>
                  <a:pt x="279763" y="423624"/>
                </a:cubicBezTo>
                <a:lnTo>
                  <a:pt x="357777" y="389493"/>
                </a:lnTo>
                <a:cubicBezTo>
                  <a:pt x="368572" y="384810"/>
                  <a:pt x="372926" y="373380"/>
                  <a:pt x="367484" y="363934"/>
                </a:cubicBezTo>
                <a:lnTo>
                  <a:pt x="323396" y="286782"/>
                </a:lnTo>
                <a:cubicBezTo>
                  <a:pt x="334010" y="271383"/>
                  <a:pt x="344261" y="263446"/>
                  <a:pt x="364309" y="253841"/>
                </a:cubicBezTo>
                <a:cubicBezTo>
                  <a:pt x="376827" y="247888"/>
                  <a:pt x="384447" y="236220"/>
                  <a:pt x="384175" y="223758"/>
                </a:cubicBezTo>
                <a:cubicBezTo>
                  <a:pt x="383540" y="201057"/>
                  <a:pt x="387259" y="189071"/>
                  <a:pt x="400776" y="169704"/>
                </a:cubicBezTo>
                <a:cubicBezTo>
                  <a:pt x="408214" y="159068"/>
                  <a:pt x="408214" y="145653"/>
                  <a:pt x="400776" y="135017"/>
                </a:cubicBezTo>
                <a:cubicBezTo>
                  <a:pt x="387259" y="115649"/>
                  <a:pt x="383631" y="103664"/>
                  <a:pt x="384175" y="80963"/>
                </a:cubicBezTo>
                <a:cubicBezTo>
                  <a:pt x="384538" y="68501"/>
                  <a:pt x="376827" y="56912"/>
                  <a:pt x="364309" y="50879"/>
                </a:cubicBezTo>
                <a:cubicBezTo>
                  <a:pt x="341539" y="40005"/>
                  <a:pt x="331470" y="31194"/>
                  <a:pt x="319042" y="11271"/>
                </a:cubicBezTo>
                <a:cubicBezTo>
                  <a:pt x="312239" y="318"/>
                  <a:pt x="298904" y="-6350"/>
                  <a:pt x="284661" y="-6112"/>
                </a:cubicBezTo>
                <a:cubicBezTo>
                  <a:pt x="258717" y="-5556"/>
                  <a:pt x="245019" y="-8811"/>
                  <a:pt x="222885" y="-20637"/>
                </a:cubicBezTo>
                <a:close/>
                <a:moveTo>
                  <a:pt x="203200" y="76200"/>
                </a:moveTo>
                <a:cubicBezTo>
                  <a:pt x="251264" y="76200"/>
                  <a:pt x="290286" y="110344"/>
                  <a:pt x="290286" y="152400"/>
                </a:cubicBezTo>
                <a:cubicBezTo>
                  <a:pt x="290286" y="194456"/>
                  <a:pt x="251264" y="228600"/>
                  <a:pt x="203200" y="228600"/>
                </a:cubicBezTo>
                <a:cubicBezTo>
                  <a:pt x="155136" y="228600"/>
                  <a:pt x="116114" y="194456"/>
                  <a:pt x="116114" y="152400"/>
                </a:cubicBezTo>
                <a:cubicBezTo>
                  <a:pt x="116114" y="110344"/>
                  <a:pt x="155136" y="76200"/>
                  <a:pt x="203200" y="76200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28" name="Text 25"/>
          <p:cNvSpPr/>
          <p:nvPr/>
        </p:nvSpPr>
        <p:spPr>
          <a:xfrm>
            <a:off x="11684000" y="4318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Special Events &amp; Workshops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1112500" y="4826000"/>
            <a:ext cx="406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 to exclusive webinars and IIT faculty interactions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NPTEL | IITs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23 / 43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508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Students Should Earn Credits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2000" y="1079500"/>
            <a:ext cx="762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2"/>
          <p:cNvSpPr/>
          <p:nvPr/>
        </p:nvSpPr>
        <p:spPr>
          <a:xfrm>
            <a:off x="762000" y="1460500"/>
            <a:ext cx="7112000" cy="469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275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79500" y="1651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Academic Benefits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079500" y="2057400"/>
            <a:ext cx="6477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079500" y="228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350" y="57150"/>
                </a:moveTo>
                <a:cubicBezTo>
                  <a:pt x="133350" y="46636"/>
                  <a:pt x="141886" y="38100"/>
                  <a:pt x="152400" y="38100"/>
                </a:cubicBezTo>
                <a:cubicBezTo>
                  <a:pt x="162914" y="38100"/>
                  <a:pt x="171450" y="46636"/>
                  <a:pt x="171450" y="57150"/>
                </a:cubicBezTo>
                <a:cubicBezTo>
                  <a:pt x="171450" y="67664"/>
                  <a:pt x="162914" y="76200"/>
                  <a:pt x="152400" y="76200"/>
                </a:cubicBezTo>
                <a:cubicBezTo>
                  <a:pt x="141886" y="76200"/>
                  <a:pt x="133350" y="67664"/>
                  <a:pt x="133350" y="57150"/>
                </a:cubicBezTo>
                <a:close/>
                <a:moveTo>
                  <a:pt x="206276" y="76200"/>
                </a:moveTo>
                <a:cubicBezTo>
                  <a:pt x="208359" y="70247"/>
                  <a:pt x="209550" y="63818"/>
                  <a:pt x="209550" y="57150"/>
                </a:cubicBezTo>
                <a:cubicBezTo>
                  <a:pt x="209550" y="25598"/>
                  <a:pt x="183952" y="0"/>
                  <a:pt x="152400" y="0"/>
                </a:cubicBezTo>
                <a:cubicBezTo>
                  <a:pt x="120848" y="0"/>
                  <a:pt x="95250" y="25598"/>
                  <a:pt x="95250" y="57150"/>
                </a:cubicBezTo>
                <a:cubicBezTo>
                  <a:pt x="95250" y="63818"/>
                  <a:pt x="96381" y="70247"/>
                  <a:pt x="98524" y="76200"/>
                </a:cubicBezTo>
                <a:lnTo>
                  <a:pt x="85546" y="76200"/>
                </a:lnTo>
                <a:cubicBezTo>
                  <a:pt x="68699" y="76200"/>
                  <a:pt x="53876" y="87213"/>
                  <a:pt x="49054" y="103346"/>
                </a:cubicBezTo>
                <a:lnTo>
                  <a:pt x="1429" y="262057"/>
                </a:lnTo>
                <a:cubicBezTo>
                  <a:pt x="476" y="265152"/>
                  <a:pt x="0" y="268367"/>
                  <a:pt x="0" y="271582"/>
                </a:cubicBezTo>
                <a:cubicBezTo>
                  <a:pt x="0" y="289917"/>
                  <a:pt x="14883" y="304800"/>
                  <a:pt x="33218" y="304800"/>
                </a:cubicBezTo>
                <a:lnTo>
                  <a:pt x="271582" y="304800"/>
                </a:lnTo>
                <a:cubicBezTo>
                  <a:pt x="289917" y="304800"/>
                  <a:pt x="304800" y="289917"/>
                  <a:pt x="304800" y="271582"/>
                </a:cubicBezTo>
                <a:cubicBezTo>
                  <a:pt x="304800" y="268367"/>
                  <a:pt x="304324" y="265152"/>
                  <a:pt x="303371" y="262057"/>
                </a:cubicBezTo>
                <a:lnTo>
                  <a:pt x="255746" y="103406"/>
                </a:lnTo>
                <a:cubicBezTo>
                  <a:pt x="250924" y="87273"/>
                  <a:pt x="236101" y="76260"/>
                  <a:pt x="219254" y="76260"/>
                </a:cubicBezTo>
                <a:lnTo>
                  <a:pt x="206276" y="76260"/>
                </a:ln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9" name="Text 6"/>
          <p:cNvSpPr/>
          <p:nvPr/>
        </p:nvSpPr>
        <p:spPr>
          <a:xfrm>
            <a:off x="1498600" y="22479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 course load in heavy semesters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79500" y="2768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82582" y="193536"/>
                </a:moveTo>
                <a:lnTo>
                  <a:pt x="96679" y="226576"/>
                </a:lnTo>
                <a:cubicBezTo>
                  <a:pt x="85130" y="231041"/>
                  <a:pt x="73759" y="219670"/>
                  <a:pt x="78224" y="208121"/>
                </a:cubicBezTo>
                <a:lnTo>
                  <a:pt x="111264" y="122218"/>
                </a:lnTo>
                <a:cubicBezTo>
                  <a:pt x="113228" y="117157"/>
                  <a:pt x="117157" y="113228"/>
                  <a:pt x="122218" y="111264"/>
                </a:cubicBezTo>
                <a:lnTo>
                  <a:pt x="208121" y="78224"/>
                </a:lnTo>
                <a:cubicBezTo>
                  <a:pt x="219670" y="73759"/>
                  <a:pt x="231041" y="85130"/>
                  <a:pt x="226576" y="96679"/>
                </a:cubicBezTo>
                <a:lnTo>
                  <a:pt x="193536" y="182582"/>
                </a:lnTo>
                <a:cubicBezTo>
                  <a:pt x="191631" y="187643"/>
                  <a:pt x="187643" y="191572"/>
                  <a:pt x="182582" y="193536"/>
                </a:cubicBezTo>
                <a:close/>
                <a:moveTo>
                  <a:pt x="171450" y="152400"/>
                </a:moveTo>
                <a:cubicBezTo>
                  <a:pt x="171450" y="141886"/>
                  <a:pt x="162914" y="133350"/>
                  <a:pt x="152400" y="133350"/>
                </a:cubicBezTo>
                <a:cubicBezTo>
                  <a:pt x="141886" y="133350"/>
                  <a:pt x="133350" y="141886"/>
                  <a:pt x="133350" y="152400"/>
                </a:cubicBezTo>
                <a:cubicBezTo>
                  <a:pt x="133350" y="162914"/>
                  <a:pt x="141886" y="171450"/>
                  <a:pt x="152400" y="171450"/>
                </a:cubicBezTo>
                <a:cubicBezTo>
                  <a:pt x="162914" y="171450"/>
                  <a:pt x="171450" y="162914"/>
                  <a:pt x="171450" y="152400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1" name="Text 8"/>
          <p:cNvSpPr/>
          <p:nvPr/>
        </p:nvSpPr>
        <p:spPr>
          <a:xfrm>
            <a:off x="1498600" y="27305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Explore subjects not in college curriculum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79500" y="3251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60960" y="57150"/>
                </a:moveTo>
                <a:cubicBezTo>
                  <a:pt x="60960" y="36135"/>
                  <a:pt x="74628" y="19050"/>
                  <a:pt x="91440" y="19050"/>
                </a:cubicBezTo>
                <a:lnTo>
                  <a:pt x="259080" y="19050"/>
                </a:lnTo>
                <a:cubicBezTo>
                  <a:pt x="275892" y="19050"/>
                  <a:pt x="289560" y="36135"/>
                  <a:pt x="289560" y="57150"/>
                </a:cubicBezTo>
                <a:lnTo>
                  <a:pt x="289560" y="200025"/>
                </a:lnTo>
                <a:lnTo>
                  <a:pt x="243840" y="200025"/>
                </a:lnTo>
                <a:lnTo>
                  <a:pt x="243840" y="190500"/>
                </a:lnTo>
                <a:cubicBezTo>
                  <a:pt x="243840" y="179963"/>
                  <a:pt x="237030" y="171450"/>
                  <a:pt x="228600" y="171450"/>
                </a:cubicBezTo>
                <a:lnTo>
                  <a:pt x="198120" y="171450"/>
                </a:lnTo>
                <a:cubicBezTo>
                  <a:pt x="189690" y="171450"/>
                  <a:pt x="182880" y="179963"/>
                  <a:pt x="182880" y="190500"/>
                </a:cubicBezTo>
                <a:lnTo>
                  <a:pt x="182880" y="200025"/>
                </a:lnTo>
                <a:lnTo>
                  <a:pt x="121396" y="200025"/>
                </a:lnTo>
                <a:cubicBezTo>
                  <a:pt x="126587" y="188833"/>
                  <a:pt x="129540" y="175796"/>
                  <a:pt x="129540" y="161925"/>
                </a:cubicBezTo>
                <a:cubicBezTo>
                  <a:pt x="129540" y="119836"/>
                  <a:pt x="102251" y="85725"/>
                  <a:pt x="68580" y="85725"/>
                </a:cubicBezTo>
                <a:cubicBezTo>
                  <a:pt x="66008" y="85725"/>
                  <a:pt x="63436" y="85904"/>
                  <a:pt x="60960" y="86320"/>
                </a:cubicBezTo>
                <a:lnTo>
                  <a:pt x="60960" y="57150"/>
                </a:lnTo>
                <a:close/>
                <a:moveTo>
                  <a:pt x="158591" y="266700"/>
                </a:moveTo>
                <a:cubicBezTo>
                  <a:pt x="156162" y="252293"/>
                  <a:pt x="150828" y="239256"/>
                  <a:pt x="143304" y="228600"/>
                </a:cubicBezTo>
                <a:lnTo>
                  <a:pt x="289560" y="228600"/>
                </a:lnTo>
                <a:cubicBezTo>
                  <a:pt x="289560" y="249615"/>
                  <a:pt x="275892" y="266700"/>
                  <a:pt x="259080" y="266700"/>
                </a:cubicBezTo>
                <a:lnTo>
                  <a:pt x="158591" y="266700"/>
                </a:lnTo>
                <a:close/>
                <a:moveTo>
                  <a:pt x="30480" y="161925"/>
                </a:moveTo>
                <a:cubicBezTo>
                  <a:pt x="30480" y="135640"/>
                  <a:pt x="47552" y="114300"/>
                  <a:pt x="68580" y="114300"/>
                </a:cubicBezTo>
                <a:cubicBezTo>
                  <a:pt x="89608" y="114300"/>
                  <a:pt x="106680" y="135640"/>
                  <a:pt x="106680" y="161925"/>
                </a:cubicBezTo>
                <a:cubicBezTo>
                  <a:pt x="106680" y="188210"/>
                  <a:pt x="89608" y="209550"/>
                  <a:pt x="68580" y="209550"/>
                </a:cubicBezTo>
                <a:cubicBezTo>
                  <a:pt x="47552" y="209550"/>
                  <a:pt x="30480" y="188210"/>
                  <a:pt x="30480" y="161925"/>
                </a:cubicBezTo>
                <a:close/>
                <a:moveTo>
                  <a:pt x="0" y="285750"/>
                </a:moveTo>
                <a:cubicBezTo>
                  <a:pt x="0" y="254198"/>
                  <a:pt x="20479" y="228600"/>
                  <a:pt x="45720" y="228600"/>
                </a:cubicBezTo>
                <a:lnTo>
                  <a:pt x="91440" y="228600"/>
                </a:lnTo>
                <a:cubicBezTo>
                  <a:pt x="116681" y="228600"/>
                  <a:pt x="137160" y="254198"/>
                  <a:pt x="137160" y="285750"/>
                </a:cubicBezTo>
                <a:cubicBezTo>
                  <a:pt x="137160" y="296287"/>
                  <a:pt x="130350" y="304800"/>
                  <a:pt x="121920" y="304800"/>
                </a:cubicBezTo>
                <a:lnTo>
                  <a:pt x="15240" y="304800"/>
                </a:lnTo>
                <a:cubicBezTo>
                  <a:pt x="6810" y="304800"/>
                  <a:pt x="0" y="296287"/>
                  <a:pt x="0" y="285750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3" name="Text 10"/>
          <p:cNvSpPr/>
          <p:nvPr/>
        </p:nvSpPr>
        <p:spPr>
          <a:xfrm>
            <a:off x="1498600" y="32131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 from IIT professors directly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079500" y="3733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19050"/>
                </a:moveTo>
                <a:cubicBezTo>
                  <a:pt x="29587" y="19050"/>
                  <a:pt x="38100" y="27563"/>
                  <a:pt x="38100" y="38100"/>
                </a:cubicBezTo>
                <a:lnTo>
                  <a:pt x="38100" y="238125"/>
                </a:lnTo>
                <a:cubicBezTo>
                  <a:pt x="38100" y="243364"/>
                  <a:pt x="42386" y="247650"/>
                  <a:pt x="47625" y="247650"/>
                </a:cubicBezTo>
                <a:lnTo>
                  <a:pt x="285750" y="247650"/>
                </a:lnTo>
                <a:cubicBezTo>
                  <a:pt x="296287" y="247650"/>
                  <a:pt x="304800" y="256163"/>
                  <a:pt x="304800" y="266700"/>
                </a:cubicBezTo>
                <a:cubicBezTo>
                  <a:pt x="304800" y="277237"/>
                  <a:pt x="296287" y="285750"/>
                  <a:pt x="285750" y="285750"/>
                </a:cubicBezTo>
                <a:lnTo>
                  <a:pt x="47625" y="285750"/>
                </a:lnTo>
                <a:cubicBezTo>
                  <a:pt x="21312" y="285750"/>
                  <a:pt x="0" y="264438"/>
                  <a:pt x="0" y="238125"/>
                </a:cubicBezTo>
                <a:lnTo>
                  <a:pt x="0" y="38100"/>
                </a:lnTo>
                <a:cubicBezTo>
                  <a:pt x="0" y="27563"/>
                  <a:pt x="8513" y="19050"/>
                  <a:pt x="19050" y="19050"/>
                </a:cubicBezTo>
                <a:close/>
                <a:moveTo>
                  <a:pt x="76200" y="57150"/>
                </a:moveTo>
                <a:cubicBezTo>
                  <a:pt x="76200" y="46613"/>
                  <a:pt x="84713" y="38100"/>
                  <a:pt x="95250" y="38100"/>
                </a:cubicBezTo>
                <a:lnTo>
                  <a:pt x="209550" y="38100"/>
                </a:lnTo>
                <a:cubicBezTo>
                  <a:pt x="220087" y="38100"/>
                  <a:pt x="228600" y="46613"/>
                  <a:pt x="228600" y="57150"/>
                </a:cubicBezTo>
                <a:cubicBezTo>
                  <a:pt x="228600" y="67687"/>
                  <a:pt x="220087" y="76200"/>
                  <a:pt x="209550" y="76200"/>
                </a:cubicBezTo>
                <a:lnTo>
                  <a:pt x="95250" y="76200"/>
                </a:lnTo>
                <a:cubicBezTo>
                  <a:pt x="84713" y="76200"/>
                  <a:pt x="76200" y="67687"/>
                  <a:pt x="76200" y="57150"/>
                </a:cubicBezTo>
                <a:close/>
                <a:moveTo>
                  <a:pt x="95250" y="104775"/>
                </a:moveTo>
                <a:lnTo>
                  <a:pt x="171450" y="104775"/>
                </a:lnTo>
                <a:cubicBezTo>
                  <a:pt x="181987" y="104775"/>
                  <a:pt x="190500" y="113288"/>
                  <a:pt x="190500" y="123825"/>
                </a:cubicBezTo>
                <a:cubicBezTo>
                  <a:pt x="190500" y="134362"/>
                  <a:pt x="181987" y="142875"/>
                  <a:pt x="171450" y="142875"/>
                </a:cubicBezTo>
                <a:lnTo>
                  <a:pt x="95250" y="142875"/>
                </a:lnTo>
                <a:cubicBezTo>
                  <a:pt x="84713" y="142875"/>
                  <a:pt x="76200" y="134362"/>
                  <a:pt x="76200" y="123825"/>
                </a:cubicBezTo>
                <a:cubicBezTo>
                  <a:pt x="76200" y="113288"/>
                  <a:pt x="84713" y="104775"/>
                  <a:pt x="95250" y="104775"/>
                </a:cubicBezTo>
                <a:close/>
                <a:moveTo>
                  <a:pt x="95250" y="171450"/>
                </a:moveTo>
                <a:lnTo>
                  <a:pt x="247650" y="171450"/>
                </a:lnTo>
                <a:cubicBezTo>
                  <a:pt x="258187" y="171450"/>
                  <a:pt x="266700" y="179963"/>
                  <a:pt x="266700" y="190500"/>
                </a:cubicBezTo>
                <a:cubicBezTo>
                  <a:pt x="266700" y="201037"/>
                  <a:pt x="258187" y="209550"/>
                  <a:pt x="247650" y="209550"/>
                </a:cubicBezTo>
                <a:lnTo>
                  <a:pt x="95250" y="209550"/>
                </a:lnTo>
                <a:cubicBezTo>
                  <a:pt x="84713" y="209550"/>
                  <a:pt x="76200" y="201037"/>
                  <a:pt x="76200" y="190500"/>
                </a:cubicBezTo>
                <a:cubicBezTo>
                  <a:pt x="76200" y="179963"/>
                  <a:pt x="84713" y="171450"/>
                  <a:pt x="95250" y="171450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5" name="Text 12"/>
          <p:cNvSpPr/>
          <p:nvPr/>
        </p:nvSpPr>
        <p:spPr>
          <a:xfrm>
            <a:off x="1498600" y="36957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strong academic profile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79500" y="4216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1865" y="12025"/>
                </a:moveTo>
                <a:cubicBezTo>
                  <a:pt x="156031" y="8692"/>
                  <a:pt x="148828" y="8692"/>
                  <a:pt x="142935" y="12025"/>
                </a:cubicBezTo>
                <a:lnTo>
                  <a:pt x="9585" y="88225"/>
                </a:lnTo>
                <a:cubicBezTo>
                  <a:pt x="2084" y="92512"/>
                  <a:pt x="-1607" y="101322"/>
                  <a:pt x="595" y="109657"/>
                </a:cubicBezTo>
                <a:cubicBezTo>
                  <a:pt x="2798" y="117991"/>
                  <a:pt x="10418" y="123825"/>
                  <a:pt x="19050" y="123825"/>
                </a:cubicBezTo>
                <a:lnTo>
                  <a:pt x="38100" y="123825"/>
                </a:lnTo>
                <a:lnTo>
                  <a:pt x="38100" y="247650"/>
                </a:lnTo>
                <a:lnTo>
                  <a:pt x="38100" y="247650"/>
                </a:lnTo>
                <a:lnTo>
                  <a:pt x="7620" y="270510"/>
                </a:lnTo>
                <a:cubicBezTo>
                  <a:pt x="2798" y="274082"/>
                  <a:pt x="0" y="279737"/>
                  <a:pt x="0" y="285750"/>
                </a:cubicBezTo>
                <a:cubicBezTo>
                  <a:pt x="0" y="296287"/>
                  <a:pt x="8513" y="304800"/>
                  <a:pt x="19050" y="304800"/>
                </a:cubicBezTo>
                <a:lnTo>
                  <a:pt x="285750" y="304800"/>
                </a:lnTo>
                <a:cubicBezTo>
                  <a:pt x="296287" y="304800"/>
                  <a:pt x="304800" y="296287"/>
                  <a:pt x="304800" y="285750"/>
                </a:cubicBezTo>
                <a:cubicBezTo>
                  <a:pt x="304800" y="279737"/>
                  <a:pt x="302002" y="274082"/>
                  <a:pt x="297180" y="270510"/>
                </a:cubicBezTo>
                <a:lnTo>
                  <a:pt x="266700" y="247650"/>
                </a:lnTo>
                <a:lnTo>
                  <a:pt x="266700" y="123825"/>
                </a:lnTo>
                <a:lnTo>
                  <a:pt x="285750" y="123825"/>
                </a:lnTo>
                <a:cubicBezTo>
                  <a:pt x="294382" y="123825"/>
                  <a:pt x="301943" y="117991"/>
                  <a:pt x="304145" y="109657"/>
                </a:cubicBezTo>
                <a:cubicBezTo>
                  <a:pt x="306348" y="101322"/>
                  <a:pt x="302657" y="92512"/>
                  <a:pt x="295156" y="88225"/>
                </a:cubicBezTo>
                <a:lnTo>
                  <a:pt x="161806" y="12025"/>
                </a:lnTo>
                <a:close/>
                <a:moveTo>
                  <a:pt x="238125" y="123825"/>
                </a:moveTo>
                <a:lnTo>
                  <a:pt x="238125" y="247650"/>
                </a:lnTo>
                <a:lnTo>
                  <a:pt x="200025" y="247650"/>
                </a:lnTo>
                <a:lnTo>
                  <a:pt x="200025" y="123825"/>
                </a:lnTo>
                <a:lnTo>
                  <a:pt x="238125" y="123825"/>
                </a:lnTo>
                <a:close/>
                <a:moveTo>
                  <a:pt x="171450" y="123825"/>
                </a:moveTo>
                <a:lnTo>
                  <a:pt x="171450" y="247650"/>
                </a:lnTo>
                <a:lnTo>
                  <a:pt x="133350" y="247650"/>
                </a:lnTo>
                <a:lnTo>
                  <a:pt x="133350" y="123825"/>
                </a:lnTo>
                <a:lnTo>
                  <a:pt x="171450" y="123825"/>
                </a:lnTo>
                <a:close/>
                <a:moveTo>
                  <a:pt x="104775" y="123825"/>
                </a:moveTo>
                <a:lnTo>
                  <a:pt x="104775" y="247650"/>
                </a:lnTo>
                <a:lnTo>
                  <a:pt x="66675" y="247650"/>
                </a:lnTo>
                <a:lnTo>
                  <a:pt x="66675" y="123825"/>
                </a:lnTo>
                <a:lnTo>
                  <a:pt x="104775" y="123825"/>
                </a:lnTo>
                <a:close/>
                <a:moveTo>
                  <a:pt x="152400" y="57150"/>
                </a:moveTo>
                <a:cubicBezTo>
                  <a:pt x="162914" y="57150"/>
                  <a:pt x="171450" y="65686"/>
                  <a:pt x="171450" y="76200"/>
                </a:cubicBezTo>
                <a:cubicBezTo>
                  <a:pt x="171450" y="86714"/>
                  <a:pt x="162914" y="95250"/>
                  <a:pt x="152400" y="95250"/>
                </a:cubicBezTo>
                <a:cubicBezTo>
                  <a:pt x="141886" y="95250"/>
                  <a:pt x="133350" y="86714"/>
                  <a:pt x="133350" y="76200"/>
                </a:cubicBezTo>
                <a:cubicBezTo>
                  <a:pt x="133350" y="65686"/>
                  <a:pt x="141886" y="57150"/>
                  <a:pt x="152400" y="57150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7" name="Text 14"/>
          <p:cNvSpPr/>
          <p:nvPr/>
        </p:nvSpPr>
        <p:spPr>
          <a:xfrm>
            <a:off x="1498600" y="41783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Credits recognized across all Indian universities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079500" y="4699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9653" y="21610"/>
                </a:moveTo>
                <a:cubicBezTo>
                  <a:pt x="86142" y="26134"/>
                  <a:pt x="87690" y="35064"/>
                  <a:pt x="83165" y="41493"/>
                </a:cubicBezTo>
                <a:lnTo>
                  <a:pt x="49828" y="89118"/>
                </a:lnTo>
                <a:cubicBezTo>
                  <a:pt x="47387" y="92571"/>
                  <a:pt x="43577" y="94774"/>
                  <a:pt x="39350" y="95131"/>
                </a:cubicBezTo>
                <a:cubicBezTo>
                  <a:pt x="35123" y="95488"/>
                  <a:pt x="30956" y="94059"/>
                  <a:pt x="27980" y="91083"/>
                </a:cubicBezTo>
                <a:lnTo>
                  <a:pt x="4167" y="67270"/>
                </a:lnTo>
                <a:cubicBezTo>
                  <a:pt x="-1369" y="61674"/>
                  <a:pt x="-1369" y="52626"/>
                  <a:pt x="4167" y="47030"/>
                </a:cubicBezTo>
                <a:cubicBezTo>
                  <a:pt x="9704" y="41434"/>
                  <a:pt x="18812" y="41493"/>
                  <a:pt x="24408" y="47030"/>
                </a:cubicBezTo>
                <a:lnTo>
                  <a:pt x="36195" y="58817"/>
                </a:lnTo>
                <a:lnTo>
                  <a:pt x="59769" y="25122"/>
                </a:lnTo>
                <a:cubicBezTo>
                  <a:pt x="64294" y="18633"/>
                  <a:pt x="73223" y="17085"/>
                  <a:pt x="79653" y="21610"/>
                </a:cubicBezTo>
                <a:close/>
                <a:moveTo>
                  <a:pt x="79653" y="116860"/>
                </a:moveTo>
                <a:cubicBezTo>
                  <a:pt x="86142" y="121384"/>
                  <a:pt x="87690" y="130314"/>
                  <a:pt x="83165" y="136743"/>
                </a:cubicBezTo>
                <a:lnTo>
                  <a:pt x="49828" y="184368"/>
                </a:lnTo>
                <a:cubicBezTo>
                  <a:pt x="47387" y="187821"/>
                  <a:pt x="43577" y="190024"/>
                  <a:pt x="39350" y="190381"/>
                </a:cubicBezTo>
                <a:cubicBezTo>
                  <a:pt x="35123" y="190738"/>
                  <a:pt x="30956" y="189309"/>
                  <a:pt x="27980" y="186333"/>
                </a:cubicBezTo>
                <a:lnTo>
                  <a:pt x="4167" y="162520"/>
                </a:lnTo>
                <a:cubicBezTo>
                  <a:pt x="-1429" y="156924"/>
                  <a:pt x="-1429" y="147876"/>
                  <a:pt x="4167" y="142339"/>
                </a:cubicBezTo>
                <a:cubicBezTo>
                  <a:pt x="9763" y="136803"/>
                  <a:pt x="18812" y="136743"/>
                  <a:pt x="24348" y="142339"/>
                </a:cubicBezTo>
                <a:lnTo>
                  <a:pt x="36135" y="154126"/>
                </a:lnTo>
                <a:lnTo>
                  <a:pt x="59710" y="120432"/>
                </a:lnTo>
                <a:cubicBezTo>
                  <a:pt x="64234" y="113943"/>
                  <a:pt x="73164" y="112395"/>
                  <a:pt x="79593" y="116919"/>
                </a:cubicBezTo>
                <a:close/>
                <a:moveTo>
                  <a:pt x="133350" y="57150"/>
                </a:moveTo>
                <a:cubicBezTo>
                  <a:pt x="133350" y="46613"/>
                  <a:pt x="141863" y="38100"/>
                  <a:pt x="152400" y="38100"/>
                </a:cubicBezTo>
                <a:lnTo>
                  <a:pt x="285750" y="38100"/>
                </a:lnTo>
                <a:cubicBezTo>
                  <a:pt x="296287" y="38100"/>
                  <a:pt x="304800" y="46613"/>
                  <a:pt x="304800" y="57150"/>
                </a:cubicBezTo>
                <a:cubicBezTo>
                  <a:pt x="304800" y="67687"/>
                  <a:pt x="296287" y="76200"/>
                  <a:pt x="285750" y="76200"/>
                </a:cubicBezTo>
                <a:lnTo>
                  <a:pt x="152400" y="76200"/>
                </a:lnTo>
                <a:cubicBezTo>
                  <a:pt x="141863" y="76200"/>
                  <a:pt x="133350" y="67687"/>
                  <a:pt x="133350" y="57150"/>
                </a:cubicBezTo>
                <a:close/>
                <a:moveTo>
                  <a:pt x="133350" y="152400"/>
                </a:moveTo>
                <a:cubicBezTo>
                  <a:pt x="133350" y="141863"/>
                  <a:pt x="141863" y="133350"/>
                  <a:pt x="152400" y="133350"/>
                </a:cubicBezTo>
                <a:lnTo>
                  <a:pt x="285750" y="133350"/>
                </a:lnTo>
                <a:cubicBezTo>
                  <a:pt x="296287" y="133350"/>
                  <a:pt x="304800" y="141863"/>
                  <a:pt x="304800" y="152400"/>
                </a:cubicBezTo>
                <a:cubicBezTo>
                  <a:pt x="304800" y="162937"/>
                  <a:pt x="296287" y="171450"/>
                  <a:pt x="285750" y="171450"/>
                </a:cubicBezTo>
                <a:lnTo>
                  <a:pt x="152400" y="171450"/>
                </a:lnTo>
                <a:cubicBezTo>
                  <a:pt x="141863" y="171450"/>
                  <a:pt x="133350" y="162937"/>
                  <a:pt x="133350" y="152400"/>
                </a:cubicBezTo>
                <a:close/>
                <a:moveTo>
                  <a:pt x="95250" y="247650"/>
                </a:moveTo>
                <a:cubicBezTo>
                  <a:pt x="95250" y="237113"/>
                  <a:pt x="103763" y="228600"/>
                  <a:pt x="114300" y="228600"/>
                </a:cubicBezTo>
                <a:lnTo>
                  <a:pt x="285750" y="228600"/>
                </a:lnTo>
                <a:cubicBezTo>
                  <a:pt x="296287" y="228600"/>
                  <a:pt x="304800" y="237113"/>
                  <a:pt x="304800" y="247650"/>
                </a:cubicBezTo>
                <a:cubicBezTo>
                  <a:pt x="304800" y="258187"/>
                  <a:pt x="296287" y="266700"/>
                  <a:pt x="285750" y="266700"/>
                </a:cubicBezTo>
                <a:lnTo>
                  <a:pt x="114300" y="266700"/>
                </a:lnTo>
                <a:cubicBezTo>
                  <a:pt x="103763" y="266700"/>
                  <a:pt x="95250" y="258187"/>
                  <a:pt x="95250" y="247650"/>
                </a:cubicBezTo>
                <a:close/>
                <a:moveTo>
                  <a:pt x="38100" y="223838"/>
                </a:moveTo>
                <a:cubicBezTo>
                  <a:pt x="51242" y="223838"/>
                  <a:pt x="61912" y="234508"/>
                  <a:pt x="61912" y="247650"/>
                </a:cubicBezTo>
                <a:cubicBezTo>
                  <a:pt x="61912" y="260792"/>
                  <a:pt x="51242" y="271463"/>
                  <a:pt x="38100" y="271463"/>
                </a:cubicBezTo>
                <a:cubicBezTo>
                  <a:pt x="24958" y="271463"/>
                  <a:pt x="14288" y="260792"/>
                  <a:pt x="14288" y="247650"/>
                </a:cubicBezTo>
                <a:cubicBezTo>
                  <a:pt x="14288" y="234508"/>
                  <a:pt x="24958" y="223838"/>
                  <a:pt x="38100" y="223838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9" name="Text 16"/>
          <p:cNvSpPr/>
          <p:nvPr/>
        </p:nvSpPr>
        <p:spPr>
          <a:xfrm>
            <a:off x="1498600" y="46609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be used for elective requirements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079500" y="5181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01600" y="57150"/>
                </a:moveTo>
                <a:lnTo>
                  <a:pt x="101600" y="95250"/>
                </a:lnTo>
                <a:lnTo>
                  <a:pt x="203200" y="95250"/>
                </a:lnTo>
                <a:lnTo>
                  <a:pt x="203200" y="57150"/>
                </a:lnTo>
                <a:cubicBezTo>
                  <a:pt x="203200" y="36135"/>
                  <a:pt x="180419" y="19050"/>
                  <a:pt x="152400" y="19050"/>
                </a:cubicBezTo>
                <a:cubicBezTo>
                  <a:pt x="124381" y="19050"/>
                  <a:pt x="101600" y="36135"/>
                  <a:pt x="101600" y="57150"/>
                </a:cubicBezTo>
                <a:close/>
                <a:moveTo>
                  <a:pt x="50800" y="95250"/>
                </a:moveTo>
                <a:lnTo>
                  <a:pt x="50800" y="57150"/>
                </a:lnTo>
                <a:cubicBezTo>
                  <a:pt x="50800" y="15061"/>
                  <a:pt x="96282" y="-19050"/>
                  <a:pt x="152400" y="-19050"/>
                </a:cubicBezTo>
                <a:cubicBezTo>
                  <a:pt x="208518" y="-19050"/>
                  <a:pt x="254000" y="15061"/>
                  <a:pt x="254000" y="57150"/>
                </a:cubicBezTo>
                <a:lnTo>
                  <a:pt x="254000" y="95250"/>
                </a:lnTo>
                <a:cubicBezTo>
                  <a:pt x="282019" y="95250"/>
                  <a:pt x="304800" y="112335"/>
                  <a:pt x="304800" y="133350"/>
                </a:cubicBezTo>
                <a:lnTo>
                  <a:pt x="304800" y="266700"/>
                </a:lnTo>
                <a:cubicBezTo>
                  <a:pt x="304800" y="287715"/>
                  <a:pt x="282019" y="304800"/>
                  <a:pt x="254000" y="304800"/>
                </a:cubicBezTo>
                <a:lnTo>
                  <a:pt x="50800" y="304800"/>
                </a:lnTo>
                <a:cubicBezTo>
                  <a:pt x="22781" y="304800"/>
                  <a:pt x="0" y="287715"/>
                  <a:pt x="0" y="266700"/>
                </a:cubicBezTo>
                <a:lnTo>
                  <a:pt x="0" y="133350"/>
                </a:lnTo>
                <a:cubicBezTo>
                  <a:pt x="0" y="112335"/>
                  <a:pt x="22781" y="95250"/>
                  <a:pt x="50800" y="95250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21" name="Text 18"/>
          <p:cNvSpPr/>
          <p:nvPr/>
        </p:nvSpPr>
        <p:spPr>
          <a:xfrm>
            <a:off x="1498600" y="51435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Digital record in DigiLocker — permanent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255000" y="1460500"/>
            <a:ext cx="7239000" cy="4699000"/>
          </a:xfrm>
          <a:prstGeom prst="roundRect">
            <a:avLst>
              <a:gd name="adj" fmla="val 8000"/>
            </a:avLst>
          </a:prstGeom>
          <a:solidFill>
            <a:srgbClr val="1B4F8F"/>
          </a:solidFill>
          <a:ln/>
          <a:effectLst>
            <a:outerShdw sx="100000" sy="100000" kx="0" ky="0" algn="bl" rotWithShape="0" blurRad="127000" dist="38100" dir="5400000">
              <a:srgbClr val="1b4f8f">
                <a:alpha val="18824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8572500" y="1905000"/>
            <a:ext cx="660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6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40%</a:t>
            </a:r>
            <a:endParaRPr lang="en-US" sz="5600" dirty="0"/>
          </a:p>
        </p:txBody>
      </p:sp>
      <p:sp>
        <p:nvSpPr>
          <p:cNvPr id="24" name="Text 21"/>
          <p:cNvSpPr/>
          <p:nvPr/>
        </p:nvSpPr>
        <p:spPr>
          <a:xfrm>
            <a:off x="8572500" y="28575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degree credits can come from NPTEL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8572500" y="3556000"/>
            <a:ext cx="6604000" cy="1016000"/>
          </a:xfrm>
          <a:prstGeom prst="roundRect">
            <a:avLst>
              <a:gd name="adj" fmla="val 8000"/>
            </a:avLst>
          </a:prstGeom>
          <a:solidFill>
            <a:srgbClr val="FFFFFF">
              <a:alpha val="8235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826500" y="36830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a </a:t>
            </a:r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160-credit B.Tech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you can earn up to </a:t>
            </a:r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64 credits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through NPTEL courses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572500" y="49530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That's equivalent to saving more than one full semester of coursework!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NPTEL | IITs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 / 43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4F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6502400" cy="9144000"/>
          </a:xfrm>
          <a:prstGeom prst="rect">
            <a:avLst/>
          </a:prstGeom>
          <a:solidFill>
            <a:srgbClr val="1B4F8F"/>
          </a:solidFill>
          <a:ln/>
        </p:spPr>
      </p:sp>
      <p:pic>
        <p:nvPicPr>
          <p:cNvPr id="4" name="Image 0" descr="https://kimi-img.moonshot.cn/pub/slides/okc/e32s5zdbnfdd4/mnt/agents/output/nptel-presentation/images/6_Students_graduation_and_caps_in_sk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02400" y="0"/>
            <a:ext cx="9753600" cy="9144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502400" y="0"/>
            <a:ext cx="9753600" cy="9144000"/>
          </a:xfrm>
          <a:prstGeom prst="rect">
            <a:avLst/>
          </a:prstGeom>
          <a:gradFill rotWithShape="1" flip="none">
            <a:gsLst>
              <a:gs pos="0">
                <a:srgbClr val="1B4F8F"/>
              </a:gs>
              <a:gs pos="30000">
                <a:srgbClr val="1B4F8F">
                  <a:alpha val="50000"/>
                </a:srgbClr>
              </a:gs>
              <a:gs pos="100000">
                <a:srgbClr val="1B4F8F">
                  <a:alpha val="6000"/>
                </a:srgbClr>
              </a:gs>
            </a:gsLst>
            <a:lin ang="0" scaled="1"/>
          </a:gradFill>
          <a:ln/>
        </p:spPr>
      </p:sp>
      <p:sp>
        <p:nvSpPr>
          <p:cNvPr id="6" name="Text 2"/>
          <p:cNvSpPr/>
          <p:nvPr/>
        </p:nvSpPr>
        <p:spPr>
          <a:xfrm>
            <a:off x="762000" y="2286000"/>
            <a:ext cx="508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2000" dirty="0"/>
          </a:p>
        </p:txBody>
      </p:sp>
      <p:sp>
        <p:nvSpPr>
          <p:cNvPr id="7" name="Shape 3"/>
          <p:cNvSpPr/>
          <p:nvPr/>
        </p:nvSpPr>
        <p:spPr>
          <a:xfrm>
            <a:off x="762000" y="4318000"/>
            <a:ext cx="762000" cy="635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8" name="Text 4"/>
          <p:cNvSpPr/>
          <p:nvPr/>
        </p:nvSpPr>
        <p:spPr>
          <a:xfrm>
            <a:off x="762000" y="4635500"/>
            <a:ext cx="558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Career &amp; Placements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762000" y="53975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NPTEL transforms your career prospects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508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NPTEL for GATE Preparation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2000" y="1079500"/>
            <a:ext cx="762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2"/>
          <p:cNvSpPr/>
          <p:nvPr/>
        </p:nvSpPr>
        <p:spPr>
          <a:xfrm>
            <a:off x="762000" y="1460500"/>
            <a:ext cx="71120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275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79500" y="1714500"/>
            <a:ext cx="1778000" cy="355600"/>
          </a:xfrm>
          <a:prstGeom prst="roundRect">
            <a:avLst>
              <a:gd name="adj" fmla="val 50000"/>
            </a:avLst>
          </a:prstGeom>
          <a:solidFill>
            <a:srgbClr val="1B4F8F"/>
          </a:solidFill>
          <a:ln/>
        </p:spPr>
      </p:sp>
      <p:sp>
        <p:nvSpPr>
          <p:cNvPr id="7" name="Text 4"/>
          <p:cNvSpPr/>
          <p:nvPr/>
        </p:nvSpPr>
        <p:spPr>
          <a:xfrm>
            <a:off x="1079500" y="17145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NPTEL?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079500" y="2349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9" name="Text 6"/>
          <p:cNvSpPr/>
          <p:nvPr/>
        </p:nvSpPr>
        <p:spPr>
          <a:xfrm>
            <a:off x="1498600" y="23114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Courses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aligned with GATE syllabus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079500" y="2819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1" name="Text 8"/>
          <p:cNvSpPr/>
          <p:nvPr/>
        </p:nvSpPr>
        <p:spPr>
          <a:xfrm>
            <a:off x="1498600" y="27813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Taught by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professors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who set GATE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079500" y="3289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3" name="Text 10"/>
          <p:cNvSpPr/>
          <p:nvPr/>
        </p:nvSpPr>
        <p:spPr>
          <a:xfrm>
            <a:off x="1498600" y="32512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Video lectures cover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syllabus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079500" y="3759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5" name="Text 12"/>
          <p:cNvSpPr/>
          <p:nvPr/>
        </p:nvSpPr>
        <p:spPr>
          <a:xfrm>
            <a:off x="1498600" y="37211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Practice through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weekly assignments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079500" y="4229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7" name="Text 14"/>
          <p:cNvSpPr/>
          <p:nvPr/>
        </p:nvSpPr>
        <p:spPr>
          <a:xfrm>
            <a:off x="1498600" y="41910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Past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GATE toppers recommend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NPTEL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8255000" y="1460500"/>
            <a:ext cx="7239000" cy="3556000"/>
          </a:xfrm>
          <a:prstGeom prst="roundRect">
            <a:avLst>
              <a:gd name="adj" fmla="val 8000"/>
            </a:avLst>
          </a:prstGeom>
          <a:solidFill>
            <a:srgbClr val="1B4F8F"/>
          </a:solidFill>
          <a:ln/>
          <a:effectLst>
            <a:outerShdw sx="100000" sy="100000" kx="0" ky="0" algn="bl" rotWithShape="0" blurRad="127000" dist="38100" dir="5400000">
              <a:srgbClr val="1b4f8f">
                <a:alpha val="18824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572500" y="1714500"/>
            <a:ext cx="2540000" cy="355600"/>
          </a:xfrm>
          <a:prstGeom prst="roundRect">
            <a:avLst>
              <a:gd name="adj" fmla="val 50000"/>
            </a:avLst>
          </a:prstGeom>
          <a:solidFill>
            <a:srgbClr val="E87722"/>
          </a:solidFill>
          <a:ln/>
        </p:spPr>
      </p:sp>
      <p:sp>
        <p:nvSpPr>
          <p:cNvPr id="20" name="Text 17"/>
          <p:cNvSpPr/>
          <p:nvPr/>
        </p:nvSpPr>
        <p:spPr>
          <a:xfrm>
            <a:off x="8572500" y="1714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RECOMMENDED COURSES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572500" y="2286000"/>
            <a:ext cx="381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Engineering Mathematics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572500" y="2692400"/>
            <a:ext cx="6604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Linear Algebra &amp; Calculus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Probability &amp; Statistics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Numerical Methods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Core subjects by branch</a:t>
            </a:r>
            <a:endParaRPr lang="en-US" sz="1500" dirty="0"/>
          </a:p>
          <a:p>
            <a:pPr algn="l">
              <a:lnSpc>
                <a:spcPct val="170000"/>
              </a:lnSpc>
            </a:pPr>
            <a:r>
              <a:rPr lang="en-US" sz="15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7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Previous year problem solving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762000" y="5461000"/>
            <a:ext cx="14732000" cy="1016000"/>
          </a:xfrm>
          <a:prstGeom prst="roundRect">
            <a:avLst>
              <a:gd name="adj" fmla="val 8000"/>
            </a:avLst>
          </a:prstGeom>
          <a:solidFill>
            <a:srgbClr val="E87722">
              <a:alpha val="8235"/>
            </a:srgbClr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143000" y="571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48734" y="342900"/>
                </a:moveTo>
                <a:cubicBezTo>
                  <a:pt x="357426" y="322987"/>
                  <a:pt x="374809" y="304949"/>
                  <a:pt x="394454" y="289411"/>
                </a:cubicBezTo>
                <a:cubicBezTo>
                  <a:pt x="433387" y="258693"/>
                  <a:pt x="457200" y="217170"/>
                  <a:pt x="457200" y="171450"/>
                </a:cubicBezTo>
                <a:cubicBezTo>
                  <a:pt x="457200" y="76795"/>
                  <a:pt x="354806" y="0"/>
                  <a:pt x="228600" y="0"/>
                </a:cubicBezTo>
                <a:cubicBezTo>
                  <a:pt x="102394" y="0"/>
                  <a:pt x="0" y="76795"/>
                  <a:pt x="0" y="171450"/>
                </a:cubicBezTo>
                <a:cubicBezTo>
                  <a:pt x="0" y="217170"/>
                  <a:pt x="23813" y="258693"/>
                  <a:pt x="62746" y="289411"/>
                </a:cubicBezTo>
                <a:cubicBezTo>
                  <a:pt x="82391" y="304949"/>
                  <a:pt x="99893" y="322987"/>
                  <a:pt x="108466" y="342900"/>
                </a:cubicBezTo>
                <a:lnTo>
                  <a:pt x="348615" y="342900"/>
                </a:lnTo>
                <a:close/>
                <a:moveTo>
                  <a:pt x="342900" y="385763"/>
                </a:moveTo>
                <a:lnTo>
                  <a:pt x="114300" y="385763"/>
                </a:lnTo>
                <a:lnTo>
                  <a:pt x="114300" y="400050"/>
                </a:lnTo>
                <a:cubicBezTo>
                  <a:pt x="114300" y="439519"/>
                  <a:pt x="156924" y="471488"/>
                  <a:pt x="209550" y="471488"/>
                </a:cubicBezTo>
                <a:lnTo>
                  <a:pt x="247650" y="471488"/>
                </a:lnTo>
                <a:cubicBezTo>
                  <a:pt x="300276" y="471488"/>
                  <a:pt x="342900" y="439519"/>
                  <a:pt x="342900" y="400050"/>
                </a:cubicBezTo>
                <a:lnTo>
                  <a:pt x="342900" y="385763"/>
                </a:lnTo>
                <a:close/>
                <a:moveTo>
                  <a:pt x="219075" y="100013"/>
                </a:moveTo>
                <a:cubicBezTo>
                  <a:pt x="171688" y="100013"/>
                  <a:pt x="133350" y="128766"/>
                  <a:pt x="133350" y="164306"/>
                </a:cubicBezTo>
                <a:cubicBezTo>
                  <a:pt x="133350" y="176183"/>
                  <a:pt x="120610" y="185738"/>
                  <a:pt x="104775" y="185738"/>
                </a:cubicBezTo>
                <a:cubicBezTo>
                  <a:pt x="88940" y="185738"/>
                  <a:pt x="76200" y="176183"/>
                  <a:pt x="76200" y="164306"/>
                </a:cubicBezTo>
                <a:cubicBezTo>
                  <a:pt x="76200" y="105102"/>
                  <a:pt x="140137" y="57150"/>
                  <a:pt x="219075" y="57150"/>
                </a:cubicBezTo>
                <a:cubicBezTo>
                  <a:pt x="234910" y="57150"/>
                  <a:pt x="247650" y="66705"/>
                  <a:pt x="247650" y="78581"/>
                </a:cubicBezTo>
                <a:cubicBezTo>
                  <a:pt x="247650" y="90458"/>
                  <a:pt x="234910" y="100013"/>
                  <a:pt x="219075" y="100013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25" name="Text 22"/>
          <p:cNvSpPr/>
          <p:nvPr/>
        </p:nvSpPr>
        <p:spPr>
          <a:xfrm>
            <a:off x="1778000" y="5588000"/>
            <a:ext cx="1333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 Tip: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Start GATE prep courses from 3rd year. Complete 1-2 core subjects per semester alongside your regular studies.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NPTEL | IITs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26 / 43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NPTEL for Placements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2000" y="1079500"/>
            <a:ext cx="762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2"/>
          <p:cNvSpPr/>
          <p:nvPr/>
        </p:nvSpPr>
        <p:spPr>
          <a:xfrm>
            <a:off x="762000" y="1460500"/>
            <a:ext cx="14732000" cy="1016000"/>
          </a:xfrm>
          <a:prstGeom prst="roundRect">
            <a:avLst>
              <a:gd name="adj" fmla="val 6000"/>
            </a:avLst>
          </a:prstGeom>
          <a:solidFill>
            <a:srgbClr val="1B4F8F"/>
          </a:solidFill>
          <a:ln/>
          <a:effectLst>
            <a:outerShdw sx="100000" sy="100000" kx="0" ky="0" algn="bl" rotWithShape="0" blurRad="101600" dist="38100" dir="5400000">
              <a:srgbClr val="1b4f8f">
                <a:alpha val="18824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79500" y="1587500"/>
            <a:ext cx="1409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NPTEL certificates are </a:t>
            </a:r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industry-recognized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valued by </a:t>
            </a:r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recruiters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across India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62000" y="28575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79500" y="314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23066" y="-20558"/>
                </a:moveTo>
                <a:cubicBezTo>
                  <a:pt x="210911" y="-27067"/>
                  <a:pt x="195580" y="-27067"/>
                  <a:pt x="183424" y="-20558"/>
                </a:cubicBezTo>
                <a:cubicBezTo>
                  <a:pt x="161290" y="-8731"/>
                  <a:pt x="147592" y="-5556"/>
                  <a:pt x="121648" y="-6032"/>
                </a:cubicBezTo>
                <a:cubicBezTo>
                  <a:pt x="107406" y="-6350"/>
                  <a:pt x="94161" y="397"/>
                  <a:pt x="87267" y="11351"/>
                </a:cubicBezTo>
                <a:cubicBezTo>
                  <a:pt x="74839" y="31274"/>
                  <a:pt x="64770" y="40084"/>
                  <a:pt x="42001" y="50959"/>
                </a:cubicBezTo>
                <a:cubicBezTo>
                  <a:pt x="29482" y="56912"/>
                  <a:pt x="21862" y="68580"/>
                  <a:pt x="22134" y="81042"/>
                </a:cubicBezTo>
                <a:cubicBezTo>
                  <a:pt x="22769" y="103743"/>
                  <a:pt x="19050" y="115729"/>
                  <a:pt x="5534" y="135096"/>
                </a:cubicBezTo>
                <a:cubicBezTo>
                  <a:pt x="-1905" y="145733"/>
                  <a:pt x="-1905" y="159147"/>
                  <a:pt x="5534" y="169783"/>
                </a:cubicBezTo>
                <a:cubicBezTo>
                  <a:pt x="19050" y="189151"/>
                  <a:pt x="22679" y="201136"/>
                  <a:pt x="22134" y="223838"/>
                </a:cubicBezTo>
                <a:cubicBezTo>
                  <a:pt x="21771" y="236299"/>
                  <a:pt x="29482" y="247888"/>
                  <a:pt x="42001" y="253921"/>
                </a:cubicBezTo>
                <a:cubicBezTo>
                  <a:pt x="62049" y="263525"/>
                  <a:pt x="72209" y="271463"/>
                  <a:pt x="82913" y="286861"/>
                </a:cubicBezTo>
                <a:lnTo>
                  <a:pt x="38735" y="363934"/>
                </a:lnTo>
                <a:cubicBezTo>
                  <a:pt x="33383" y="373380"/>
                  <a:pt x="37737" y="384810"/>
                  <a:pt x="48441" y="389493"/>
                </a:cubicBezTo>
                <a:lnTo>
                  <a:pt x="126456" y="423624"/>
                </a:lnTo>
                <a:cubicBezTo>
                  <a:pt x="136888" y="428149"/>
                  <a:pt x="149588" y="424736"/>
                  <a:pt x="155212" y="415846"/>
                </a:cubicBezTo>
                <a:lnTo>
                  <a:pt x="203109" y="340360"/>
                </a:lnTo>
                <a:lnTo>
                  <a:pt x="251006" y="415846"/>
                </a:lnTo>
                <a:cubicBezTo>
                  <a:pt x="256631" y="424736"/>
                  <a:pt x="269331" y="428228"/>
                  <a:pt x="279763" y="423624"/>
                </a:cubicBezTo>
                <a:lnTo>
                  <a:pt x="357777" y="389493"/>
                </a:lnTo>
                <a:cubicBezTo>
                  <a:pt x="368572" y="384810"/>
                  <a:pt x="372926" y="373380"/>
                  <a:pt x="367484" y="363934"/>
                </a:cubicBezTo>
                <a:lnTo>
                  <a:pt x="323396" y="286782"/>
                </a:lnTo>
                <a:cubicBezTo>
                  <a:pt x="334010" y="271383"/>
                  <a:pt x="344261" y="263446"/>
                  <a:pt x="364309" y="253841"/>
                </a:cubicBezTo>
                <a:cubicBezTo>
                  <a:pt x="376827" y="247888"/>
                  <a:pt x="384447" y="236220"/>
                  <a:pt x="384175" y="223758"/>
                </a:cubicBezTo>
                <a:cubicBezTo>
                  <a:pt x="383540" y="201057"/>
                  <a:pt x="387259" y="189071"/>
                  <a:pt x="400776" y="169704"/>
                </a:cubicBezTo>
                <a:cubicBezTo>
                  <a:pt x="408214" y="159068"/>
                  <a:pt x="408214" y="145653"/>
                  <a:pt x="400776" y="135017"/>
                </a:cubicBezTo>
                <a:cubicBezTo>
                  <a:pt x="387259" y="115649"/>
                  <a:pt x="383631" y="103664"/>
                  <a:pt x="384175" y="80963"/>
                </a:cubicBezTo>
                <a:cubicBezTo>
                  <a:pt x="384538" y="68501"/>
                  <a:pt x="376827" y="56912"/>
                  <a:pt x="364309" y="50879"/>
                </a:cubicBezTo>
                <a:cubicBezTo>
                  <a:pt x="341539" y="40005"/>
                  <a:pt x="331470" y="31194"/>
                  <a:pt x="319042" y="11271"/>
                </a:cubicBezTo>
                <a:cubicBezTo>
                  <a:pt x="312239" y="318"/>
                  <a:pt x="298904" y="-6350"/>
                  <a:pt x="284661" y="-6112"/>
                </a:cubicBezTo>
                <a:cubicBezTo>
                  <a:pt x="258717" y="-5556"/>
                  <a:pt x="245019" y="-8811"/>
                  <a:pt x="222885" y="-20637"/>
                </a:cubicBezTo>
                <a:close/>
                <a:moveTo>
                  <a:pt x="203200" y="76200"/>
                </a:moveTo>
                <a:cubicBezTo>
                  <a:pt x="251264" y="76200"/>
                  <a:pt x="290286" y="110344"/>
                  <a:pt x="290286" y="152400"/>
                </a:cubicBezTo>
                <a:cubicBezTo>
                  <a:pt x="290286" y="194456"/>
                  <a:pt x="251264" y="228600"/>
                  <a:pt x="203200" y="228600"/>
                </a:cubicBezTo>
                <a:cubicBezTo>
                  <a:pt x="155136" y="228600"/>
                  <a:pt x="116114" y="194456"/>
                  <a:pt x="116114" y="152400"/>
                </a:cubicBezTo>
                <a:cubicBezTo>
                  <a:pt x="116114" y="110344"/>
                  <a:pt x="155136" y="76200"/>
                  <a:pt x="203200" y="76200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9" name="Text 6"/>
          <p:cNvSpPr/>
          <p:nvPr/>
        </p:nvSpPr>
        <p:spPr>
          <a:xfrm>
            <a:off x="1651000" y="3048000"/>
            <a:ext cx="355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IIT Certification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instant credibility with employers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778500" y="28575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096000" y="314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86360" y="101600"/>
                </a:moveTo>
                <a:cubicBezTo>
                  <a:pt x="86360" y="49030"/>
                  <a:pt x="120504" y="6350"/>
                  <a:pt x="162560" y="6350"/>
                </a:cubicBezTo>
                <a:cubicBezTo>
                  <a:pt x="204616" y="6350"/>
                  <a:pt x="238760" y="49030"/>
                  <a:pt x="238760" y="101600"/>
                </a:cubicBezTo>
                <a:cubicBezTo>
                  <a:pt x="238760" y="154170"/>
                  <a:pt x="204616" y="196850"/>
                  <a:pt x="162560" y="196850"/>
                </a:cubicBezTo>
                <a:cubicBezTo>
                  <a:pt x="120504" y="196850"/>
                  <a:pt x="86360" y="154170"/>
                  <a:pt x="86360" y="101600"/>
                </a:cubicBezTo>
                <a:close/>
                <a:moveTo>
                  <a:pt x="30480" y="382826"/>
                </a:moveTo>
                <a:cubicBezTo>
                  <a:pt x="30480" y="304641"/>
                  <a:pt x="81153" y="241300"/>
                  <a:pt x="143701" y="241300"/>
                </a:cubicBezTo>
                <a:lnTo>
                  <a:pt x="181420" y="241300"/>
                </a:lnTo>
                <a:cubicBezTo>
                  <a:pt x="243967" y="241300"/>
                  <a:pt x="294640" y="304641"/>
                  <a:pt x="294640" y="382826"/>
                </a:cubicBezTo>
                <a:cubicBezTo>
                  <a:pt x="294640" y="395843"/>
                  <a:pt x="286195" y="406400"/>
                  <a:pt x="275781" y="406400"/>
                </a:cubicBezTo>
                <a:lnTo>
                  <a:pt x="49340" y="406400"/>
                </a:lnTo>
                <a:cubicBezTo>
                  <a:pt x="38926" y="406400"/>
                  <a:pt x="30480" y="395843"/>
                  <a:pt x="30480" y="382826"/>
                </a:cubicBezTo>
                <a:close/>
                <a:moveTo>
                  <a:pt x="388874" y="105331"/>
                </a:moveTo>
                <a:lnTo>
                  <a:pt x="338074" y="206931"/>
                </a:lnTo>
                <a:cubicBezTo>
                  <a:pt x="335407" y="212249"/>
                  <a:pt x="330835" y="215582"/>
                  <a:pt x="325819" y="215900"/>
                </a:cubicBezTo>
                <a:cubicBezTo>
                  <a:pt x="320802" y="216218"/>
                  <a:pt x="315976" y="213360"/>
                  <a:pt x="312992" y="208280"/>
                </a:cubicBezTo>
                <a:lnTo>
                  <a:pt x="282512" y="157480"/>
                </a:lnTo>
                <a:cubicBezTo>
                  <a:pt x="277432" y="149066"/>
                  <a:pt x="278829" y="137160"/>
                  <a:pt x="285560" y="130810"/>
                </a:cubicBezTo>
                <a:cubicBezTo>
                  <a:pt x="292291" y="124460"/>
                  <a:pt x="301816" y="126206"/>
                  <a:pt x="306896" y="134620"/>
                </a:cubicBezTo>
                <a:lnTo>
                  <a:pt x="324041" y="163195"/>
                </a:lnTo>
                <a:lnTo>
                  <a:pt x="363030" y="85169"/>
                </a:lnTo>
                <a:cubicBezTo>
                  <a:pt x="367475" y="76279"/>
                  <a:pt x="376873" y="73501"/>
                  <a:pt x="384048" y="79137"/>
                </a:cubicBezTo>
                <a:cubicBezTo>
                  <a:pt x="391224" y="84773"/>
                  <a:pt x="393383" y="96441"/>
                  <a:pt x="388874" y="105410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2" name="Text 9"/>
          <p:cNvSpPr/>
          <p:nvPr/>
        </p:nvSpPr>
        <p:spPr>
          <a:xfrm>
            <a:off x="6667500" y="3048000"/>
            <a:ext cx="355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Differentiator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campus placement shortlists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795000" y="28575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1112500" y="314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45596" y="-20955"/>
                </a:moveTo>
                <a:cubicBezTo>
                  <a:pt x="154033" y="-27146"/>
                  <a:pt x="166461" y="-26908"/>
                  <a:pt x="174534" y="-20241"/>
                </a:cubicBezTo>
                <a:cubicBezTo>
                  <a:pt x="185692" y="-11033"/>
                  <a:pt x="195671" y="-873"/>
                  <a:pt x="205286" y="9446"/>
                </a:cubicBezTo>
                <a:cubicBezTo>
                  <a:pt x="217533" y="22543"/>
                  <a:pt x="232229" y="39846"/>
                  <a:pt x="246380" y="60404"/>
                </a:cubicBezTo>
                <a:cubicBezTo>
                  <a:pt x="251097" y="55007"/>
                  <a:pt x="255451" y="50244"/>
                  <a:pt x="259261" y="46196"/>
                </a:cubicBezTo>
                <a:cubicBezTo>
                  <a:pt x="260259" y="45164"/>
                  <a:pt x="261257" y="44053"/>
                  <a:pt x="262255" y="42942"/>
                </a:cubicBezTo>
                <a:cubicBezTo>
                  <a:pt x="269421" y="35163"/>
                  <a:pt x="278311" y="25400"/>
                  <a:pt x="290195" y="25400"/>
                </a:cubicBezTo>
                <a:cubicBezTo>
                  <a:pt x="302351" y="25400"/>
                  <a:pt x="310878" y="34846"/>
                  <a:pt x="318135" y="42942"/>
                </a:cubicBezTo>
                <a:cubicBezTo>
                  <a:pt x="319314" y="44291"/>
                  <a:pt x="320494" y="45561"/>
                  <a:pt x="321673" y="46752"/>
                </a:cubicBezTo>
                <a:cubicBezTo>
                  <a:pt x="331016" y="56594"/>
                  <a:pt x="343444" y="70802"/>
                  <a:pt x="355872" y="88344"/>
                </a:cubicBezTo>
                <a:cubicBezTo>
                  <a:pt x="380546" y="123190"/>
                  <a:pt x="406309" y="172799"/>
                  <a:pt x="406309" y="228521"/>
                </a:cubicBezTo>
                <a:cubicBezTo>
                  <a:pt x="406309" y="326707"/>
                  <a:pt x="315323" y="406321"/>
                  <a:pt x="203109" y="406321"/>
                </a:cubicBezTo>
                <a:cubicBezTo>
                  <a:pt x="90896" y="406321"/>
                  <a:pt x="0" y="326787"/>
                  <a:pt x="0" y="228600"/>
                </a:cubicBezTo>
                <a:cubicBezTo>
                  <a:pt x="0" y="156289"/>
                  <a:pt x="37284" y="93663"/>
                  <a:pt x="73025" y="50006"/>
                </a:cubicBezTo>
                <a:cubicBezTo>
                  <a:pt x="91077" y="28019"/>
                  <a:pt x="109039" y="10398"/>
                  <a:pt x="122555" y="-1667"/>
                </a:cubicBezTo>
                <a:cubicBezTo>
                  <a:pt x="129994" y="-8334"/>
                  <a:pt x="137523" y="-14922"/>
                  <a:pt x="145687" y="-20876"/>
                </a:cubicBezTo>
                <a:close/>
                <a:moveTo>
                  <a:pt x="204742" y="330200"/>
                </a:moveTo>
                <a:cubicBezTo>
                  <a:pt x="227693" y="330200"/>
                  <a:pt x="248013" y="324644"/>
                  <a:pt x="267154" y="313531"/>
                </a:cubicBezTo>
                <a:cubicBezTo>
                  <a:pt x="305344" y="290195"/>
                  <a:pt x="315595" y="243523"/>
                  <a:pt x="292644" y="206851"/>
                </a:cubicBezTo>
                <a:cubicBezTo>
                  <a:pt x="288562" y="199708"/>
                  <a:pt x="278130" y="199231"/>
                  <a:pt x="272234" y="205264"/>
                </a:cubicBezTo>
                <a:lnTo>
                  <a:pt x="249374" y="228521"/>
                </a:lnTo>
                <a:cubicBezTo>
                  <a:pt x="243386" y="234553"/>
                  <a:pt x="232591" y="234394"/>
                  <a:pt x="226967" y="228124"/>
                </a:cubicBezTo>
                <a:cubicBezTo>
                  <a:pt x="211274" y="210582"/>
                  <a:pt x="182426" y="178594"/>
                  <a:pt x="167731" y="162243"/>
                </a:cubicBezTo>
                <a:cubicBezTo>
                  <a:pt x="162832" y="156766"/>
                  <a:pt x="153942" y="155893"/>
                  <a:pt x="148227" y="160734"/>
                </a:cubicBezTo>
                <a:cubicBezTo>
                  <a:pt x="131626" y="174863"/>
                  <a:pt x="101509" y="205819"/>
                  <a:pt x="101509" y="243523"/>
                </a:cubicBezTo>
                <a:cubicBezTo>
                  <a:pt x="101509" y="297974"/>
                  <a:pt x="147411" y="330200"/>
                  <a:pt x="204651" y="330200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5" name="Text 12"/>
          <p:cNvSpPr/>
          <p:nvPr/>
        </p:nvSpPr>
        <p:spPr>
          <a:xfrm>
            <a:off x="11684000" y="3048000"/>
            <a:ext cx="355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Self-motivation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signal — shows drive to learn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2000" y="44450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1079500" y="47371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564" y="953"/>
                </a:moveTo>
                <a:cubicBezTo>
                  <a:pt x="242570" y="-2937"/>
                  <a:pt x="230082" y="4921"/>
                  <a:pt x="226624" y="18415"/>
                </a:cubicBezTo>
                <a:lnTo>
                  <a:pt x="136313" y="374015"/>
                </a:lnTo>
                <a:cubicBezTo>
                  <a:pt x="132856" y="387509"/>
                  <a:pt x="139841" y="401558"/>
                  <a:pt x="151836" y="405448"/>
                </a:cubicBezTo>
                <a:cubicBezTo>
                  <a:pt x="163830" y="409337"/>
                  <a:pt x="176318" y="401479"/>
                  <a:pt x="179776" y="387985"/>
                </a:cubicBezTo>
                <a:lnTo>
                  <a:pt x="270087" y="32385"/>
                </a:lnTo>
                <a:cubicBezTo>
                  <a:pt x="273544" y="18891"/>
                  <a:pt x="266559" y="4842"/>
                  <a:pt x="254564" y="953"/>
                </a:cubicBezTo>
                <a:close/>
                <a:moveTo>
                  <a:pt x="300143" y="108982"/>
                </a:moveTo>
                <a:cubicBezTo>
                  <a:pt x="291324" y="118904"/>
                  <a:pt x="291324" y="135017"/>
                  <a:pt x="300143" y="144939"/>
                </a:cubicBezTo>
                <a:lnTo>
                  <a:pt x="351931" y="203200"/>
                </a:lnTo>
                <a:lnTo>
                  <a:pt x="300143" y="261461"/>
                </a:lnTo>
                <a:cubicBezTo>
                  <a:pt x="291324" y="271383"/>
                  <a:pt x="291324" y="287496"/>
                  <a:pt x="300143" y="297418"/>
                </a:cubicBezTo>
                <a:cubicBezTo>
                  <a:pt x="308963" y="307340"/>
                  <a:pt x="323286" y="307340"/>
                  <a:pt x="332105" y="297418"/>
                </a:cubicBezTo>
                <a:lnTo>
                  <a:pt x="399838" y="221218"/>
                </a:lnTo>
                <a:cubicBezTo>
                  <a:pt x="408658" y="211296"/>
                  <a:pt x="408658" y="195183"/>
                  <a:pt x="399838" y="185261"/>
                </a:cubicBezTo>
                <a:lnTo>
                  <a:pt x="332105" y="109061"/>
                </a:lnTo>
                <a:cubicBezTo>
                  <a:pt x="323286" y="99139"/>
                  <a:pt x="308963" y="99139"/>
                  <a:pt x="300143" y="109061"/>
                </a:cubicBezTo>
                <a:close/>
                <a:moveTo>
                  <a:pt x="106327" y="108982"/>
                </a:moveTo>
                <a:cubicBezTo>
                  <a:pt x="97508" y="99060"/>
                  <a:pt x="83185" y="99060"/>
                  <a:pt x="74366" y="108982"/>
                </a:cubicBezTo>
                <a:lnTo>
                  <a:pt x="6632" y="185182"/>
                </a:lnTo>
                <a:cubicBezTo>
                  <a:pt x="-2187" y="195104"/>
                  <a:pt x="-2187" y="211217"/>
                  <a:pt x="6632" y="221139"/>
                </a:cubicBezTo>
                <a:lnTo>
                  <a:pt x="74366" y="297339"/>
                </a:lnTo>
                <a:cubicBezTo>
                  <a:pt x="83185" y="307261"/>
                  <a:pt x="97508" y="307261"/>
                  <a:pt x="106327" y="297339"/>
                </a:cubicBezTo>
                <a:cubicBezTo>
                  <a:pt x="115147" y="287417"/>
                  <a:pt x="115147" y="271304"/>
                  <a:pt x="106327" y="261382"/>
                </a:cubicBezTo>
                <a:lnTo>
                  <a:pt x="54539" y="203200"/>
                </a:lnTo>
                <a:lnTo>
                  <a:pt x="106257" y="144939"/>
                </a:lnTo>
                <a:cubicBezTo>
                  <a:pt x="115076" y="135017"/>
                  <a:pt x="115076" y="118904"/>
                  <a:pt x="106257" y="108982"/>
                </a:cubicBez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8" name="Text 15"/>
          <p:cNvSpPr/>
          <p:nvPr/>
        </p:nvSpPr>
        <p:spPr>
          <a:xfrm>
            <a:off x="1651000" y="4635500"/>
            <a:ext cx="355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interview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preparation through courses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778500" y="44450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096000" y="47371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77800" y="0"/>
                </a:moveTo>
                <a:cubicBezTo>
                  <a:pt x="205819" y="0"/>
                  <a:pt x="228600" y="17066"/>
                  <a:pt x="228600" y="38100"/>
                </a:cubicBezTo>
                <a:cubicBezTo>
                  <a:pt x="228600" y="46355"/>
                  <a:pt x="225108" y="53975"/>
                  <a:pt x="219075" y="60246"/>
                </a:cubicBezTo>
                <a:cubicBezTo>
                  <a:pt x="213836" y="65723"/>
                  <a:pt x="209550" y="72390"/>
                  <a:pt x="209550" y="80010"/>
                </a:cubicBezTo>
                <a:cubicBezTo>
                  <a:pt x="209550" y="91916"/>
                  <a:pt x="219234" y="101600"/>
                  <a:pt x="231140" y="101600"/>
                </a:cubicBezTo>
                <a:lnTo>
                  <a:pt x="266700" y="101600"/>
                </a:lnTo>
                <a:cubicBezTo>
                  <a:pt x="287734" y="101600"/>
                  <a:pt x="304800" y="118666"/>
                  <a:pt x="304800" y="139700"/>
                </a:cubicBezTo>
                <a:lnTo>
                  <a:pt x="304800" y="175260"/>
                </a:lnTo>
                <a:cubicBezTo>
                  <a:pt x="304800" y="187166"/>
                  <a:pt x="314484" y="196850"/>
                  <a:pt x="326390" y="196850"/>
                </a:cubicBezTo>
                <a:cubicBezTo>
                  <a:pt x="333931" y="196850"/>
                  <a:pt x="340678" y="192564"/>
                  <a:pt x="346154" y="187325"/>
                </a:cubicBezTo>
                <a:cubicBezTo>
                  <a:pt x="352425" y="181372"/>
                  <a:pt x="360045" y="177800"/>
                  <a:pt x="368300" y="177800"/>
                </a:cubicBezTo>
                <a:cubicBezTo>
                  <a:pt x="389334" y="177800"/>
                  <a:pt x="406400" y="200581"/>
                  <a:pt x="406400" y="228600"/>
                </a:cubicBezTo>
                <a:cubicBezTo>
                  <a:pt x="406400" y="256619"/>
                  <a:pt x="389334" y="279400"/>
                  <a:pt x="368300" y="279400"/>
                </a:cubicBezTo>
                <a:cubicBezTo>
                  <a:pt x="360045" y="279400"/>
                  <a:pt x="352346" y="275908"/>
                  <a:pt x="346154" y="269875"/>
                </a:cubicBezTo>
                <a:cubicBezTo>
                  <a:pt x="340678" y="264636"/>
                  <a:pt x="334010" y="260350"/>
                  <a:pt x="326390" y="260350"/>
                </a:cubicBezTo>
                <a:cubicBezTo>
                  <a:pt x="314484" y="260350"/>
                  <a:pt x="304800" y="270034"/>
                  <a:pt x="304800" y="281940"/>
                </a:cubicBezTo>
                <a:lnTo>
                  <a:pt x="304800" y="368300"/>
                </a:lnTo>
                <a:cubicBezTo>
                  <a:pt x="304800" y="389334"/>
                  <a:pt x="287734" y="406400"/>
                  <a:pt x="266700" y="406400"/>
                </a:cubicBezTo>
                <a:lnTo>
                  <a:pt x="221615" y="406400"/>
                </a:lnTo>
                <a:cubicBezTo>
                  <a:pt x="211455" y="406400"/>
                  <a:pt x="203200" y="398145"/>
                  <a:pt x="203200" y="387985"/>
                </a:cubicBezTo>
                <a:cubicBezTo>
                  <a:pt x="203200" y="380683"/>
                  <a:pt x="207804" y="374253"/>
                  <a:pt x="213678" y="369888"/>
                </a:cubicBezTo>
                <a:cubicBezTo>
                  <a:pt x="222885" y="362982"/>
                  <a:pt x="228600" y="353457"/>
                  <a:pt x="228600" y="342900"/>
                </a:cubicBezTo>
                <a:cubicBezTo>
                  <a:pt x="228600" y="321866"/>
                  <a:pt x="205819" y="304800"/>
                  <a:pt x="177800" y="304800"/>
                </a:cubicBezTo>
                <a:cubicBezTo>
                  <a:pt x="149781" y="304800"/>
                  <a:pt x="127000" y="321866"/>
                  <a:pt x="127000" y="342900"/>
                </a:cubicBezTo>
                <a:cubicBezTo>
                  <a:pt x="127000" y="353457"/>
                  <a:pt x="132715" y="362982"/>
                  <a:pt x="141923" y="369888"/>
                </a:cubicBezTo>
                <a:cubicBezTo>
                  <a:pt x="147796" y="374253"/>
                  <a:pt x="152400" y="380603"/>
                  <a:pt x="152400" y="387985"/>
                </a:cubicBezTo>
                <a:cubicBezTo>
                  <a:pt x="152400" y="398145"/>
                  <a:pt x="144145" y="406400"/>
                  <a:pt x="133985" y="406400"/>
                </a:cubicBezTo>
                <a:lnTo>
                  <a:pt x="38100" y="406400"/>
                </a:lnTo>
                <a:cubicBezTo>
                  <a:pt x="17066" y="406400"/>
                  <a:pt x="0" y="389334"/>
                  <a:pt x="0" y="368300"/>
                </a:cubicBezTo>
                <a:lnTo>
                  <a:pt x="0" y="272415"/>
                </a:lnTo>
                <a:cubicBezTo>
                  <a:pt x="0" y="262255"/>
                  <a:pt x="8255" y="254000"/>
                  <a:pt x="18415" y="254000"/>
                </a:cubicBezTo>
                <a:cubicBezTo>
                  <a:pt x="25717" y="254000"/>
                  <a:pt x="32147" y="258604"/>
                  <a:pt x="36513" y="264478"/>
                </a:cubicBezTo>
                <a:cubicBezTo>
                  <a:pt x="43418" y="273685"/>
                  <a:pt x="52943" y="279400"/>
                  <a:pt x="63500" y="279400"/>
                </a:cubicBezTo>
                <a:cubicBezTo>
                  <a:pt x="84534" y="279400"/>
                  <a:pt x="101600" y="256619"/>
                  <a:pt x="101600" y="228600"/>
                </a:cubicBezTo>
                <a:cubicBezTo>
                  <a:pt x="101600" y="200581"/>
                  <a:pt x="84534" y="177800"/>
                  <a:pt x="63500" y="177800"/>
                </a:cubicBezTo>
                <a:cubicBezTo>
                  <a:pt x="52943" y="177800"/>
                  <a:pt x="43418" y="183515"/>
                  <a:pt x="36513" y="192723"/>
                </a:cubicBezTo>
                <a:cubicBezTo>
                  <a:pt x="32147" y="198596"/>
                  <a:pt x="25797" y="203200"/>
                  <a:pt x="18415" y="203200"/>
                </a:cubicBezTo>
                <a:cubicBezTo>
                  <a:pt x="8255" y="203200"/>
                  <a:pt x="0" y="194945"/>
                  <a:pt x="0" y="184785"/>
                </a:cubicBezTo>
                <a:lnTo>
                  <a:pt x="0" y="139700"/>
                </a:lnTo>
                <a:cubicBezTo>
                  <a:pt x="0" y="118666"/>
                  <a:pt x="17066" y="101600"/>
                  <a:pt x="38100" y="101600"/>
                </a:cubicBezTo>
                <a:lnTo>
                  <a:pt x="124460" y="101600"/>
                </a:lnTo>
                <a:cubicBezTo>
                  <a:pt x="136366" y="101600"/>
                  <a:pt x="146050" y="91916"/>
                  <a:pt x="146050" y="80010"/>
                </a:cubicBezTo>
                <a:cubicBezTo>
                  <a:pt x="146050" y="72469"/>
                  <a:pt x="141764" y="65723"/>
                  <a:pt x="136525" y="60246"/>
                </a:cubicBezTo>
                <a:cubicBezTo>
                  <a:pt x="130572" y="53975"/>
                  <a:pt x="127000" y="46355"/>
                  <a:pt x="127000" y="38100"/>
                </a:cubicBezTo>
                <a:cubicBezTo>
                  <a:pt x="127000" y="17066"/>
                  <a:pt x="149781" y="0"/>
                  <a:pt x="177800" y="0"/>
                </a:cubicBez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21" name="Text 18"/>
          <p:cNvSpPr/>
          <p:nvPr/>
        </p:nvSpPr>
        <p:spPr>
          <a:xfrm>
            <a:off x="6667500" y="4635500"/>
            <a:ext cx="355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Problem-solving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skills from assignments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0795000" y="44450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1112500" y="47371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84547" y="4128"/>
                </a:moveTo>
                <a:cubicBezTo>
                  <a:pt x="196374" y="-1349"/>
                  <a:pt x="210026" y="-1349"/>
                  <a:pt x="221853" y="4128"/>
                </a:cubicBezTo>
                <a:lnTo>
                  <a:pt x="395367" y="84296"/>
                </a:lnTo>
                <a:cubicBezTo>
                  <a:pt x="402114" y="87392"/>
                  <a:pt x="406400" y="94139"/>
                  <a:pt x="406400" y="101600"/>
                </a:cubicBezTo>
                <a:cubicBezTo>
                  <a:pt x="406400" y="109061"/>
                  <a:pt x="402114" y="115808"/>
                  <a:pt x="395367" y="118904"/>
                </a:cubicBezTo>
                <a:lnTo>
                  <a:pt x="221853" y="199073"/>
                </a:lnTo>
                <a:cubicBezTo>
                  <a:pt x="210026" y="204549"/>
                  <a:pt x="196374" y="204549"/>
                  <a:pt x="184547" y="199073"/>
                </a:cubicBezTo>
                <a:lnTo>
                  <a:pt x="11033" y="118904"/>
                </a:lnTo>
                <a:cubicBezTo>
                  <a:pt x="4286" y="115729"/>
                  <a:pt x="0" y="108982"/>
                  <a:pt x="0" y="101600"/>
                </a:cubicBezTo>
                <a:cubicBezTo>
                  <a:pt x="0" y="94218"/>
                  <a:pt x="4286" y="87392"/>
                  <a:pt x="11033" y="84296"/>
                </a:cubicBezTo>
                <a:lnTo>
                  <a:pt x="184547" y="4128"/>
                </a:lnTo>
                <a:close/>
                <a:moveTo>
                  <a:pt x="38179" y="173355"/>
                </a:moveTo>
                <a:lnTo>
                  <a:pt x="168593" y="233601"/>
                </a:lnTo>
                <a:cubicBezTo>
                  <a:pt x="190579" y="243761"/>
                  <a:pt x="215900" y="243761"/>
                  <a:pt x="237887" y="233601"/>
                </a:cubicBezTo>
                <a:lnTo>
                  <a:pt x="368300" y="173355"/>
                </a:lnTo>
                <a:lnTo>
                  <a:pt x="395367" y="185896"/>
                </a:lnTo>
                <a:cubicBezTo>
                  <a:pt x="402114" y="188992"/>
                  <a:pt x="406400" y="195739"/>
                  <a:pt x="406400" y="203200"/>
                </a:cubicBezTo>
                <a:cubicBezTo>
                  <a:pt x="406400" y="210661"/>
                  <a:pt x="402114" y="217408"/>
                  <a:pt x="395367" y="220504"/>
                </a:cubicBezTo>
                <a:lnTo>
                  <a:pt x="221853" y="300673"/>
                </a:lnTo>
                <a:cubicBezTo>
                  <a:pt x="210026" y="306149"/>
                  <a:pt x="196374" y="306149"/>
                  <a:pt x="184547" y="300673"/>
                </a:cubicBezTo>
                <a:lnTo>
                  <a:pt x="11033" y="220504"/>
                </a:lnTo>
                <a:cubicBezTo>
                  <a:pt x="4286" y="217329"/>
                  <a:pt x="0" y="210582"/>
                  <a:pt x="0" y="203200"/>
                </a:cubicBezTo>
                <a:cubicBezTo>
                  <a:pt x="0" y="195818"/>
                  <a:pt x="4286" y="188992"/>
                  <a:pt x="11033" y="185896"/>
                </a:cubicBezTo>
                <a:lnTo>
                  <a:pt x="38100" y="173355"/>
                </a:lnTo>
                <a:close/>
                <a:moveTo>
                  <a:pt x="11033" y="287496"/>
                </a:moveTo>
                <a:lnTo>
                  <a:pt x="38100" y="274955"/>
                </a:lnTo>
                <a:lnTo>
                  <a:pt x="168513" y="335201"/>
                </a:lnTo>
                <a:cubicBezTo>
                  <a:pt x="190500" y="345361"/>
                  <a:pt x="215821" y="345361"/>
                  <a:pt x="237808" y="335201"/>
                </a:cubicBezTo>
                <a:lnTo>
                  <a:pt x="368221" y="274955"/>
                </a:lnTo>
                <a:lnTo>
                  <a:pt x="395288" y="287496"/>
                </a:lnTo>
                <a:cubicBezTo>
                  <a:pt x="402034" y="290592"/>
                  <a:pt x="406321" y="297339"/>
                  <a:pt x="406321" y="304800"/>
                </a:cubicBezTo>
                <a:cubicBezTo>
                  <a:pt x="406321" y="312261"/>
                  <a:pt x="402034" y="319008"/>
                  <a:pt x="395288" y="322104"/>
                </a:cubicBezTo>
                <a:lnTo>
                  <a:pt x="221774" y="402273"/>
                </a:lnTo>
                <a:cubicBezTo>
                  <a:pt x="209947" y="407749"/>
                  <a:pt x="196294" y="407749"/>
                  <a:pt x="184468" y="402273"/>
                </a:cubicBezTo>
                <a:lnTo>
                  <a:pt x="11033" y="322104"/>
                </a:lnTo>
                <a:cubicBezTo>
                  <a:pt x="4286" y="318929"/>
                  <a:pt x="0" y="312182"/>
                  <a:pt x="0" y="304800"/>
                </a:cubicBezTo>
                <a:cubicBezTo>
                  <a:pt x="0" y="297418"/>
                  <a:pt x="4286" y="290592"/>
                  <a:pt x="11033" y="287496"/>
                </a:cubicBez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24" name="Text 21"/>
          <p:cNvSpPr/>
          <p:nvPr/>
        </p:nvSpPr>
        <p:spPr>
          <a:xfrm>
            <a:off x="11684000" y="4635500"/>
            <a:ext cx="355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Domain expertise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beyond college curriculum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NPTEL | IITs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27 / 43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508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Resume Benefits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2000" y="1079500"/>
            <a:ext cx="762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2"/>
          <p:cNvSpPr/>
          <p:nvPr/>
        </p:nvSpPr>
        <p:spPr>
          <a:xfrm>
            <a:off x="762000" y="1460500"/>
            <a:ext cx="711200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275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79500" y="1651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to Add NPTEL to Resume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079500" y="2057400"/>
            <a:ext cx="6477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1079500" y="2286000"/>
            <a:ext cx="355600" cy="35560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9" name="Text 6"/>
          <p:cNvSpPr/>
          <p:nvPr/>
        </p:nvSpPr>
        <p:spPr>
          <a:xfrm>
            <a:off x="1079500" y="22860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549400" y="22479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to </a:t>
            </a:r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"Certifications"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section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79500" y="2768600"/>
            <a:ext cx="355600" cy="35560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12" name="Text 9"/>
          <p:cNvSpPr/>
          <p:nvPr/>
        </p:nvSpPr>
        <p:spPr>
          <a:xfrm>
            <a:off x="1079500" y="27686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549400" y="27305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Mention </a:t>
            </a:r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Elite/Gold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prominently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079500" y="3251200"/>
            <a:ext cx="355600" cy="35560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15" name="Text 12"/>
          <p:cNvSpPr/>
          <p:nvPr/>
        </p:nvSpPr>
        <p:spPr>
          <a:xfrm>
            <a:off x="1079500" y="32512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549400" y="32131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List </a:t>
            </a:r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domain certifications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separately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079500" y="3733800"/>
            <a:ext cx="355600" cy="35560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18" name="Text 15"/>
          <p:cNvSpPr/>
          <p:nvPr/>
        </p:nvSpPr>
        <p:spPr>
          <a:xfrm>
            <a:off x="1079500" y="37338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549400" y="36957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Quantify: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"8 courses, 3 Elite"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079500" y="4216400"/>
            <a:ext cx="355600" cy="35560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21" name="Text 18"/>
          <p:cNvSpPr/>
          <p:nvPr/>
        </p:nvSpPr>
        <p:spPr>
          <a:xfrm>
            <a:off x="1079500" y="42164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549400" y="41783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Show </a:t>
            </a:r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learning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mindset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079500" y="4699000"/>
            <a:ext cx="355600" cy="35560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24" name="Text 21"/>
          <p:cNvSpPr/>
          <p:nvPr/>
        </p:nvSpPr>
        <p:spPr>
          <a:xfrm>
            <a:off x="1079500" y="46990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549400" y="46609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Highlight </a:t>
            </a:r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relevant courses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target job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079500" y="5181600"/>
            <a:ext cx="355600" cy="35560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27" name="Text 24"/>
          <p:cNvSpPr/>
          <p:nvPr/>
        </p:nvSpPr>
        <p:spPr>
          <a:xfrm>
            <a:off x="1079500" y="5181600"/>
            <a:ext cx="3556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549400" y="51435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Include </a:t>
            </a:r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certification IDs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verification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255000" y="1460500"/>
            <a:ext cx="7239000" cy="4572000"/>
          </a:xfrm>
          <a:prstGeom prst="roundRect">
            <a:avLst>
              <a:gd name="adj" fmla="val 8000"/>
            </a:avLst>
          </a:prstGeom>
          <a:solidFill>
            <a:srgbClr val="1B4F8F"/>
          </a:solidFill>
          <a:ln/>
          <a:effectLst>
            <a:outerShdw sx="100000" sy="100000" kx="0" ky="0" algn="bl" rotWithShape="0" blurRad="127000" dist="38100" dir="5400000">
              <a:srgbClr val="1b4f8f">
                <a:alpha val="18824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8572500" y="1651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Sample Resume Entry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8572500" y="2057400"/>
            <a:ext cx="6604000" cy="0"/>
          </a:xfrm>
          <a:prstGeom prst="straightConnector1">
            <a:avLst/>
          </a:prstGeom>
          <a:noFill/>
          <a:ln w="12700">
            <a:solidFill>
              <a:srgbClr val="FFFFFF">
                <a:alpha val="18824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Shape 29"/>
          <p:cNvSpPr/>
          <p:nvPr/>
        </p:nvSpPr>
        <p:spPr>
          <a:xfrm>
            <a:off x="8572500" y="2286000"/>
            <a:ext cx="6604000" cy="3429000"/>
          </a:xfrm>
          <a:prstGeom prst="roundRect">
            <a:avLst>
              <a:gd name="adj" fmla="val 6000"/>
            </a:avLst>
          </a:prstGeom>
          <a:solidFill>
            <a:srgbClr val="FFFFFF">
              <a:alpha val="8235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826500" y="2476500"/>
            <a:ext cx="609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NPTEL CERTIFICATIONS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6500" y="2921000"/>
            <a:ext cx="6096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Python for Data Science — </a:t>
            </a:r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Elite (82%)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Machine Learning — </a:t>
            </a:r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Elite (78%)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Cloud Computing — </a:t>
            </a:r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Elite (80%)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 Science </a:t>
            </a:r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Domain Certificate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FFFFFF">
                    <a:alpha val="3764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Total: 8 courses | 3 Elite | 1 Domain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NPTEL | IITs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28 / 43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LinkedIn Profile Enhancement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2000" y="1079500"/>
            <a:ext cx="762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2"/>
          <p:cNvSpPr/>
          <p:nvPr/>
        </p:nvSpPr>
        <p:spPr>
          <a:xfrm>
            <a:off x="762000" y="1460500"/>
            <a:ext cx="4699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79500" y="177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77371" y="25400"/>
                </a:moveTo>
                <a:lnTo>
                  <a:pt x="28938" y="25400"/>
                </a:lnTo>
                <a:cubicBezTo>
                  <a:pt x="12972" y="25400"/>
                  <a:pt x="0" y="36909"/>
                  <a:pt x="0" y="51038"/>
                </a:cubicBezTo>
                <a:lnTo>
                  <a:pt x="0" y="355362"/>
                </a:lnTo>
                <a:cubicBezTo>
                  <a:pt x="0" y="369491"/>
                  <a:pt x="12972" y="381000"/>
                  <a:pt x="28938" y="381000"/>
                </a:cubicBezTo>
                <a:lnTo>
                  <a:pt x="377371" y="381000"/>
                </a:lnTo>
                <a:cubicBezTo>
                  <a:pt x="393337" y="381000"/>
                  <a:pt x="406400" y="369491"/>
                  <a:pt x="406400" y="355362"/>
                </a:cubicBezTo>
                <a:lnTo>
                  <a:pt x="406400" y="51038"/>
                </a:lnTo>
                <a:cubicBezTo>
                  <a:pt x="406400" y="36909"/>
                  <a:pt x="393337" y="25400"/>
                  <a:pt x="377371" y="25400"/>
                </a:cubicBezTo>
                <a:close/>
                <a:moveTo>
                  <a:pt x="122827" y="330200"/>
                </a:moveTo>
                <a:lnTo>
                  <a:pt x="62593" y="330200"/>
                </a:lnTo>
                <a:lnTo>
                  <a:pt x="62593" y="160496"/>
                </a:lnTo>
                <a:lnTo>
                  <a:pt x="122918" y="160496"/>
                </a:lnTo>
                <a:lnTo>
                  <a:pt x="122918" y="330200"/>
                </a:lnTo>
                <a:lnTo>
                  <a:pt x="122827" y="330200"/>
                </a:lnTo>
                <a:close/>
                <a:moveTo>
                  <a:pt x="92710" y="76200"/>
                </a:moveTo>
                <a:cubicBezTo>
                  <a:pt x="111986" y="76200"/>
                  <a:pt x="127635" y="89893"/>
                  <a:pt x="127635" y="106759"/>
                </a:cubicBezTo>
                <a:cubicBezTo>
                  <a:pt x="127635" y="123626"/>
                  <a:pt x="111986" y="137319"/>
                  <a:pt x="92710" y="137319"/>
                </a:cubicBezTo>
                <a:cubicBezTo>
                  <a:pt x="73434" y="137319"/>
                  <a:pt x="57785" y="123626"/>
                  <a:pt x="57785" y="106759"/>
                </a:cubicBezTo>
                <a:cubicBezTo>
                  <a:pt x="57785" y="89893"/>
                  <a:pt x="73434" y="76200"/>
                  <a:pt x="92710" y="76200"/>
                </a:cubicBezTo>
                <a:close/>
                <a:moveTo>
                  <a:pt x="348615" y="330200"/>
                </a:moveTo>
                <a:lnTo>
                  <a:pt x="288381" y="330200"/>
                </a:lnTo>
                <a:lnTo>
                  <a:pt x="288381" y="247650"/>
                </a:lnTo>
                <a:cubicBezTo>
                  <a:pt x="288381" y="227965"/>
                  <a:pt x="287927" y="202644"/>
                  <a:pt x="257084" y="202644"/>
                </a:cubicBezTo>
                <a:cubicBezTo>
                  <a:pt x="225697" y="202644"/>
                  <a:pt x="220889" y="224076"/>
                  <a:pt x="220889" y="246221"/>
                </a:cubicBezTo>
                <a:lnTo>
                  <a:pt x="220889" y="330200"/>
                </a:lnTo>
                <a:lnTo>
                  <a:pt x="160655" y="330200"/>
                </a:lnTo>
                <a:lnTo>
                  <a:pt x="160655" y="160496"/>
                </a:lnTo>
                <a:lnTo>
                  <a:pt x="218440" y="160496"/>
                </a:lnTo>
                <a:lnTo>
                  <a:pt x="218440" y="183674"/>
                </a:lnTo>
                <a:lnTo>
                  <a:pt x="219256" y="183674"/>
                </a:lnTo>
                <a:cubicBezTo>
                  <a:pt x="227330" y="170339"/>
                  <a:pt x="247015" y="156289"/>
                  <a:pt x="276316" y="156289"/>
                </a:cubicBezTo>
                <a:cubicBezTo>
                  <a:pt x="337276" y="156289"/>
                  <a:pt x="348615" y="191452"/>
                  <a:pt x="348615" y="237172"/>
                </a:cubicBezTo>
                <a:lnTo>
                  <a:pt x="348615" y="330200"/>
                </a:lnTo>
                <a:close/>
              </a:path>
            </a:pathLst>
          </a:custGeom>
          <a:solidFill>
            <a:srgbClr val="0077B5"/>
          </a:solidFill>
          <a:ln/>
        </p:spPr>
      </p:sp>
      <p:sp>
        <p:nvSpPr>
          <p:cNvPr id="7" name="Text 4"/>
          <p:cNvSpPr/>
          <p:nvPr/>
        </p:nvSpPr>
        <p:spPr>
          <a:xfrm>
            <a:off x="1651000" y="1778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 Certificates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79500" y="22860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to "Licenses &amp; Certifications" section with course links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778500" y="1460500"/>
            <a:ext cx="4699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096000" y="177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04800" y="152400"/>
                </a:moveTo>
                <a:cubicBezTo>
                  <a:pt x="346869" y="152400"/>
                  <a:pt x="381000" y="118269"/>
                  <a:pt x="381000" y="76200"/>
                </a:cubicBezTo>
                <a:cubicBezTo>
                  <a:pt x="381000" y="34131"/>
                  <a:pt x="346869" y="0"/>
                  <a:pt x="304800" y="0"/>
                </a:cubicBezTo>
                <a:cubicBezTo>
                  <a:pt x="262731" y="0"/>
                  <a:pt x="228600" y="34131"/>
                  <a:pt x="228600" y="76200"/>
                </a:cubicBezTo>
                <a:cubicBezTo>
                  <a:pt x="228600" y="80486"/>
                  <a:pt x="228997" y="84773"/>
                  <a:pt x="229632" y="88900"/>
                </a:cubicBezTo>
                <a:lnTo>
                  <a:pt x="126683" y="146129"/>
                </a:lnTo>
                <a:cubicBezTo>
                  <a:pt x="113268" y="134223"/>
                  <a:pt x="95567" y="127000"/>
                  <a:pt x="76200" y="127000"/>
                </a:cubicBezTo>
                <a:cubicBezTo>
                  <a:pt x="34131" y="127000"/>
                  <a:pt x="0" y="161131"/>
                  <a:pt x="0" y="203200"/>
                </a:cubicBezTo>
                <a:cubicBezTo>
                  <a:pt x="0" y="245269"/>
                  <a:pt x="34131" y="279400"/>
                  <a:pt x="76200" y="279400"/>
                </a:cubicBezTo>
                <a:cubicBezTo>
                  <a:pt x="95568" y="279400"/>
                  <a:pt x="113189" y="272177"/>
                  <a:pt x="126683" y="260271"/>
                </a:cubicBezTo>
                <a:lnTo>
                  <a:pt x="229632" y="317500"/>
                </a:lnTo>
                <a:cubicBezTo>
                  <a:pt x="228918" y="321628"/>
                  <a:pt x="228600" y="325834"/>
                  <a:pt x="228600" y="330200"/>
                </a:cubicBezTo>
                <a:cubicBezTo>
                  <a:pt x="228600" y="372269"/>
                  <a:pt x="262731" y="406400"/>
                  <a:pt x="304800" y="406400"/>
                </a:cubicBezTo>
                <a:cubicBezTo>
                  <a:pt x="346869" y="406400"/>
                  <a:pt x="381000" y="372269"/>
                  <a:pt x="381000" y="330200"/>
                </a:cubicBezTo>
                <a:cubicBezTo>
                  <a:pt x="381000" y="288131"/>
                  <a:pt x="346869" y="254000"/>
                  <a:pt x="304800" y="254000"/>
                </a:cubicBezTo>
                <a:cubicBezTo>
                  <a:pt x="285433" y="254000"/>
                  <a:pt x="267811" y="261223"/>
                  <a:pt x="254317" y="273129"/>
                </a:cubicBezTo>
                <a:lnTo>
                  <a:pt x="151368" y="215900"/>
                </a:lnTo>
                <a:cubicBezTo>
                  <a:pt x="152083" y="211773"/>
                  <a:pt x="152400" y="207566"/>
                  <a:pt x="152400" y="203200"/>
                </a:cubicBezTo>
                <a:cubicBezTo>
                  <a:pt x="152400" y="198834"/>
                  <a:pt x="152003" y="194628"/>
                  <a:pt x="151368" y="190500"/>
                </a:cubicBezTo>
                <a:lnTo>
                  <a:pt x="254317" y="133271"/>
                </a:lnTo>
                <a:cubicBezTo>
                  <a:pt x="267732" y="145177"/>
                  <a:pt x="285432" y="152400"/>
                  <a:pt x="304800" y="152400"/>
                </a:cubicBez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1" name="Text 8"/>
          <p:cNvSpPr/>
          <p:nvPr/>
        </p:nvSpPr>
        <p:spPr>
          <a:xfrm>
            <a:off x="6667500" y="1778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Share Achievements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096000" y="22860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 course completion updates to build professional presence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0795000" y="1460500"/>
            <a:ext cx="4699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1112500" y="177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86360" y="101600"/>
                </a:moveTo>
                <a:cubicBezTo>
                  <a:pt x="86360" y="49030"/>
                  <a:pt x="120504" y="6350"/>
                  <a:pt x="162560" y="6350"/>
                </a:cubicBezTo>
                <a:cubicBezTo>
                  <a:pt x="204616" y="6350"/>
                  <a:pt x="238760" y="49030"/>
                  <a:pt x="238760" y="101600"/>
                </a:cubicBezTo>
                <a:cubicBezTo>
                  <a:pt x="238760" y="154170"/>
                  <a:pt x="204616" y="196850"/>
                  <a:pt x="162560" y="196850"/>
                </a:cubicBezTo>
                <a:cubicBezTo>
                  <a:pt x="120504" y="196850"/>
                  <a:pt x="86360" y="154170"/>
                  <a:pt x="86360" y="101600"/>
                </a:cubicBezTo>
                <a:close/>
                <a:moveTo>
                  <a:pt x="30480" y="382826"/>
                </a:moveTo>
                <a:cubicBezTo>
                  <a:pt x="30480" y="304641"/>
                  <a:pt x="81153" y="241300"/>
                  <a:pt x="143701" y="241300"/>
                </a:cubicBezTo>
                <a:lnTo>
                  <a:pt x="181420" y="241300"/>
                </a:lnTo>
                <a:cubicBezTo>
                  <a:pt x="243967" y="241300"/>
                  <a:pt x="294640" y="304641"/>
                  <a:pt x="294640" y="382826"/>
                </a:cubicBezTo>
                <a:cubicBezTo>
                  <a:pt x="294640" y="395843"/>
                  <a:pt x="286195" y="406400"/>
                  <a:pt x="275781" y="406400"/>
                </a:cubicBezTo>
                <a:lnTo>
                  <a:pt x="49340" y="406400"/>
                </a:lnTo>
                <a:cubicBezTo>
                  <a:pt x="38926" y="406400"/>
                  <a:pt x="30480" y="395843"/>
                  <a:pt x="30480" y="382826"/>
                </a:cubicBezTo>
                <a:close/>
                <a:moveTo>
                  <a:pt x="345440" y="76200"/>
                </a:moveTo>
                <a:cubicBezTo>
                  <a:pt x="353886" y="76200"/>
                  <a:pt x="360680" y="84693"/>
                  <a:pt x="360680" y="95250"/>
                </a:cubicBezTo>
                <a:lnTo>
                  <a:pt x="360680" y="133350"/>
                </a:lnTo>
                <a:lnTo>
                  <a:pt x="391160" y="133350"/>
                </a:lnTo>
                <a:cubicBezTo>
                  <a:pt x="399606" y="133350"/>
                  <a:pt x="406400" y="141843"/>
                  <a:pt x="406400" y="152400"/>
                </a:cubicBezTo>
                <a:cubicBezTo>
                  <a:pt x="406400" y="162957"/>
                  <a:pt x="399606" y="171450"/>
                  <a:pt x="391160" y="171450"/>
                </a:cubicBezTo>
                <a:lnTo>
                  <a:pt x="360680" y="171450"/>
                </a:lnTo>
                <a:lnTo>
                  <a:pt x="360680" y="209550"/>
                </a:lnTo>
                <a:cubicBezTo>
                  <a:pt x="360680" y="220107"/>
                  <a:pt x="353886" y="228600"/>
                  <a:pt x="345440" y="228600"/>
                </a:cubicBezTo>
                <a:cubicBezTo>
                  <a:pt x="336995" y="228600"/>
                  <a:pt x="330200" y="220107"/>
                  <a:pt x="330200" y="209550"/>
                </a:cubicBezTo>
                <a:lnTo>
                  <a:pt x="330200" y="171450"/>
                </a:lnTo>
                <a:lnTo>
                  <a:pt x="299720" y="171450"/>
                </a:lnTo>
                <a:cubicBezTo>
                  <a:pt x="291275" y="171450"/>
                  <a:pt x="284480" y="162957"/>
                  <a:pt x="284480" y="152400"/>
                </a:cubicBezTo>
                <a:cubicBezTo>
                  <a:pt x="284480" y="141843"/>
                  <a:pt x="291275" y="133350"/>
                  <a:pt x="299720" y="133350"/>
                </a:cubicBezTo>
                <a:lnTo>
                  <a:pt x="330200" y="133350"/>
                </a:lnTo>
                <a:lnTo>
                  <a:pt x="330200" y="95250"/>
                </a:lnTo>
                <a:cubicBezTo>
                  <a:pt x="330200" y="84693"/>
                  <a:pt x="336995" y="76200"/>
                  <a:pt x="345440" y="76200"/>
                </a:cubicBez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5" name="Text 12"/>
          <p:cNvSpPr/>
          <p:nvPr/>
        </p:nvSpPr>
        <p:spPr>
          <a:xfrm>
            <a:off x="11684000" y="1778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with Faculty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1112500" y="22860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 with IIT professors and join NPTEL alumni groups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62000" y="3492500"/>
            <a:ext cx="4699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079500" y="3810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80114" y="16828"/>
                </a:moveTo>
                <a:lnTo>
                  <a:pt x="244475" y="52467"/>
                </a:lnTo>
                <a:lnTo>
                  <a:pt x="353933" y="161925"/>
                </a:lnTo>
                <a:lnTo>
                  <a:pt x="389573" y="126286"/>
                </a:lnTo>
                <a:cubicBezTo>
                  <a:pt x="400368" y="115570"/>
                  <a:pt x="406400" y="100965"/>
                  <a:pt x="406400" y="85725"/>
                </a:cubicBezTo>
                <a:cubicBezTo>
                  <a:pt x="406400" y="70485"/>
                  <a:pt x="400368" y="55880"/>
                  <a:pt x="389573" y="45164"/>
                </a:cubicBezTo>
                <a:lnTo>
                  <a:pt x="361236" y="16828"/>
                </a:lnTo>
                <a:cubicBezTo>
                  <a:pt x="350520" y="6033"/>
                  <a:pt x="335915" y="0"/>
                  <a:pt x="320675" y="0"/>
                </a:cubicBezTo>
                <a:cubicBezTo>
                  <a:pt x="305435" y="0"/>
                  <a:pt x="290830" y="6033"/>
                  <a:pt x="280114" y="16828"/>
                </a:cubicBezTo>
                <a:close/>
                <a:moveTo>
                  <a:pt x="217567" y="79375"/>
                </a:moveTo>
                <a:lnTo>
                  <a:pt x="46752" y="250111"/>
                </a:lnTo>
                <a:cubicBezTo>
                  <a:pt x="38259" y="258604"/>
                  <a:pt x="32068" y="269240"/>
                  <a:pt x="28813" y="280829"/>
                </a:cubicBezTo>
                <a:lnTo>
                  <a:pt x="714" y="382270"/>
                </a:lnTo>
                <a:cubicBezTo>
                  <a:pt x="-1111" y="388858"/>
                  <a:pt x="714" y="396002"/>
                  <a:pt x="5636" y="400844"/>
                </a:cubicBezTo>
                <a:cubicBezTo>
                  <a:pt x="10557" y="405686"/>
                  <a:pt x="17621" y="407591"/>
                  <a:pt x="24209" y="405765"/>
                </a:cubicBezTo>
                <a:lnTo>
                  <a:pt x="125651" y="377587"/>
                </a:lnTo>
                <a:cubicBezTo>
                  <a:pt x="137239" y="374333"/>
                  <a:pt x="147796" y="368221"/>
                  <a:pt x="156369" y="359648"/>
                </a:cubicBezTo>
                <a:lnTo>
                  <a:pt x="327025" y="188833"/>
                </a:lnTo>
                <a:lnTo>
                  <a:pt x="217567" y="79375"/>
                </a:ln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9" name="Text 16"/>
          <p:cNvSpPr/>
          <p:nvPr/>
        </p:nvSpPr>
        <p:spPr>
          <a:xfrm>
            <a:off x="1651000" y="3810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Write Recommendations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079500" y="43180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 recommendations from course instructors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778500" y="3492500"/>
            <a:ext cx="4699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096000" y="3810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12700"/>
                </a:moveTo>
                <a:cubicBezTo>
                  <a:pt x="239648" y="12700"/>
                  <a:pt x="269240" y="49689"/>
                  <a:pt x="269240" y="95250"/>
                </a:cubicBezTo>
                <a:cubicBezTo>
                  <a:pt x="269240" y="140811"/>
                  <a:pt x="239648" y="177800"/>
                  <a:pt x="203200" y="177800"/>
                </a:cubicBezTo>
                <a:cubicBezTo>
                  <a:pt x="166752" y="177800"/>
                  <a:pt x="137160" y="140811"/>
                  <a:pt x="137160" y="95250"/>
                </a:cubicBezTo>
                <a:cubicBezTo>
                  <a:pt x="137160" y="49689"/>
                  <a:pt x="166752" y="12700"/>
                  <a:pt x="203200" y="12700"/>
                </a:cubicBezTo>
                <a:close/>
                <a:moveTo>
                  <a:pt x="60960" y="69850"/>
                </a:moveTo>
                <a:cubicBezTo>
                  <a:pt x="86194" y="69850"/>
                  <a:pt x="106680" y="95458"/>
                  <a:pt x="106680" y="127000"/>
                </a:cubicBezTo>
                <a:cubicBezTo>
                  <a:pt x="106680" y="158542"/>
                  <a:pt x="86194" y="184150"/>
                  <a:pt x="60960" y="184150"/>
                </a:cubicBezTo>
                <a:cubicBezTo>
                  <a:pt x="35726" y="184150"/>
                  <a:pt x="15240" y="158542"/>
                  <a:pt x="15240" y="127000"/>
                </a:cubicBezTo>
                <a:cubicBezTo>
                  <a:pt x="15240" y="95458"/>
                  <a:pt x="35726" y="69850"/>
                  <a:pt x="60960" y="69850"/>
                </a:cubicBezTo>
                <a:close/>
                <a:moveTo>
                  <a:pt x="0" y="330200"/>
                </a:moveTo>
                <a:cubicBezTo>
                  <a:pt x="0" y="274082"/>
                  <a:pt x="36386" y="228600"/>
                  <a:pt x="81280" y="228600"/>
                </a:cubicBezTo>
                <a:cubicBezTo>
                  <a:pt x="89408" y="228600"/>
                  <a:pt x="97282" y="230108"/>
                  <a:pt x="104712" y="232886"/>
                </a:cubicBezTo>
                <a:cubicBezTo>
                  <a:pt x="83820" y="262096"/>
                  <a:pt x="71120" y="300672"/>
                  <a:pt x="71120" y="342900"/>
                </a:cubicBezTo>
                <a:lnTo>
                  <a:pt x="71120" y="355600"/>
                </a:lnTo>
                <a:cubicBezTo>
                  <a:pt x="71120" y="364649"/>
                  <a:pt x="72644" y="373221"/>
                  <a:pt x="75375" y="381000"/>
                </a:cubicBezTo>
                <a:lnTo>
                  <a:pt x="20320" y="381000"/>
                </a:lnTo>
                <a:cubicBezTo>
                  <a:pt x="9081" y="381000"/>
                  <a:pt x="0" y="369649"/>
                  <a:pt x="0" y="355600"/>
                </a:cubicBezTo>
                <a:lnTo>
                  <a:pt x="0" y="330200"/>
                </a:lnTo>
                <a:close/>
                <a:moveTo>
                  <a:pt x="331026" y="381000"/>
                </a:moveTo>
                <a:cubicBezTo>
                  <a:pt x="333756" y="373221"/>
                  <a:pt x="335280" y="364649"/>
                  <a:pt x="335280" y="355600"/>
                </a:cubicBezTo>
                <a:lnTo>
                  <a:pt x="335280" y="342900"/>
                </a:lnTo>
                <a:cubicBezTo>
                  <a:pt x="335280" y="300673"/>
                  <a:pt x="322580" y="262096"/>
                  <a:pt x="301689" y="232886"/>
                </a:cubicBezTo>
                <a:cubicBezTo>
                  <a:pt x="309118" y="230108"/>
                  <a:pt x="316992" y="228600"/>
                  <a:pt x="325120" y="228600"/>
                </a:cubicBezTo>
                <a:cubicBezTo>
                  <a:pt x="370015" y="228600"/>
                  <a:pt x="406400" y="274082"/>
                  <a:pt x="406400" y="330200"/>
                </a:cubicBezTo>
                <a:lnTo>
                  <a:pt x="406400" y="355600"/>
                </a:lnTo>
                <a:cubicBezTo>
                  <a:pt x="406400" y="369649"/>
                  <a:pt x="397320" y="381000"/>
                  <a:pt x="386080" y="381000"/>
                </a:cubicBezTo>
                <a:lnTo>
                  <a:pt x="331026" y="381000"/>
                </a:lnTo>
                <a:close/>
                <a:moveTo>
                  <a:pt x="299720" y="127000"/>
                </a:moveTo>
                <a:cubicBezTo>
                  <a:pt x="299720" y="95458"/>
                  <a:pt x="320206" y="69850"/>
                  <a:pt x="345440" y="69850"/>
                </a:cubicBezTo>
                <a:cubicBezTo>
                  <a:pt x="370674" y="69850"/>
                  <a:pt x="391160" y="95458"/>
                  <a:pt x="391160" y="127000"/>
                </a:cubicBezTo>
                <a:cubicBezTo>
                  <a:pt x="391160" y="158542"/>
                  <a:pt x="370674" y="184150"/>
                  <a:pt x="345440" y="184150"/>
                </a:cubicBezTo>
                <a:cubicBezTo>
                  <a:pt x="320206" y="184150"/>
                  <a:pt x="299720" y="158542"/>
                  <a:pt x="299720" y="127000"/>
                </a:cubicBezTo>
                <a:close/>
                <a:moveTo>
                  <a:pt x="101600" y="342900"/>
                </a:moveTo>
                <a:cubicBezTo>
                  <a:pt x="101600" y="272733"/>
                  <a:pt x="147066" y="215900"/>
                  <a:pt x="203200" y="215900"/>
                </a:cubicBezTo>
                <a:cubicBezTo>
                  <a:pt x="259334" y="215900"/>
                  <a:pt x="304800" y="272733"/>
                  <a:pt x="304800" y="342900"/>
                </a:cubicBezTo>
                <a:lnTo>
                  <a:pt x="304800" y="355600"/>
                </a:lnTo>
                <a:cubicBezTo>
                  <a:pt x="304800" y="369649"/>
                  <a:pt x="295720" y="381000"/>
                  <a:pt x="284480" y="381000"/>
                </a:cubicBezTo>
                <a:lnTo>
                  <a:pt x="121920" y="381000"/>
                </a:lnTo>
                <a:cubicBezTo>
                  <a:pt x="110681" y="381000"/>
                  <a:pt x="101600" y="369649"/>
                  <a:pt x="101600" y="355600"/>
                </a:cubicBezTo>
                <a:lnTo>
                  <a:pt x="101600" y="342900"/>
                </a:ln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23" name="Text 20"/>
          <p:cNvSpPr/>
          <p:nvPr/>
        </p:nvSpPr>
        <p:spPr>
          <a:xfrm>
            <a:off x="6667500" y="3810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Join Alumni Groups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096000" y="43180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with fellow NPTEL learners and industry professionals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10795000" y="3492500"/>
            <a:ext cx="4699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112500" y="3810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50800" y="36751"/>
                  <a:pt x="39449" y="25400"/>
                  <a:pt x="25400" y="25400"/>
                </a:cubicBezTo>
                <a:cubicBezTo>
                  <a:pt x="11351" y="25400"/>
                  <a:pt x="0" y="36751"/>
                  <a:pt x="0" y="50800"/>
                </a:cubicBezTo>
                <a:lnTo>
                  <a:pt x="0" y="317500"/>
                </a:lnTo>
                <a:cubicBezTo>
                  <a:pt x="0" y="352584"/>
                  <a:pt x="28416" y="381000"/>
                  <a:pt x="635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cubicBezTo>
                  <a:pt x="406400" y="341551"/>
                  <a:pt x="395049" y="330200"/>
                  <a:pt x="381000" y="330200"/>
                </a:cubicBezTo>
                <a:lnTo>
                  <a:pt x="63500" y="330200"/>
                </a:lnTo>
                <a:cubicBezTo>
                  <a:pt x="56515" y="330200"/>
                  <a:pt x="50800" y="324485"/>
                  <a:pt x="50800" y="317500"/>
                </a:cubicBezTo>
                <a:lnTo>
                  <a:pt x="50800" y="50800"/>
                </a:lnTo>
                <a:close/>
                <a:moveTo>
                  <a:pt x="373539" y="119539"/>
                </a:moveTo>
                <a:cubicBezTo>
                  <a:pt x="383461" y="109617"/>
                  <a:pt x="383461" y="93504"/>
                  <a:pt x="373539" y="83582"/>
                </a:cubicBezTo>
                <a:cubicBezTo>
                  <a:pt x="363617" y="73660"/>
                  <a:pt x="347504" y="73660"/>
                  <a:pt x="337582" y="83582"/>
                </a:cubicBezTo>
                <a:lnTo>
                  <a:pt x="254000" y="167243"/>
                </a:lnTo>
                <a:lnTo>
                  <a:pt x="208439" y="121761"/>
                </a:lnTo>
                <a:cubicBezTo>
                  <a:pt x="198517" y="111839"/>
                  <a:pt x="182404" y="111839"/>
                  <a:pt x="172482" y="121761"/>
                </a:cubicBezTo>
                <a:lnTo>
                  <a:pt x="96282" y="197961"/>
                </a:lnTo>
                <a:cubicBezTo>
                  <a:pt x="86360" y="207883"/>
                  <a:pt x="86360" y="223996"/>
                  <a:pt x="96282" y="233918"/>
                </a:cubicBezTo>
                <a:cubicBezTo>
                  <a:pt x="106204" y="243840"/>
                  <a:pt x="122317" y="243840"/>
                  <a:pt x="132239" y="233918"/>
                </a:cubicBezTo>
                <a:lnTo>
                  <a:pt x="190500" y="175657"/>
                </a:lnTo>
                <a:lnTo>
                  <a:pt x="236061" y="221218"/>
                </a:lnTo>
                <a:cubicBezTo>
                  <a:pt x="245983" y="231140"/>
                  <a:pt x="262096" y="231140"/>
                  <a:pt x="272018" y="221218"/>
                </a:cubicBezTo>
                <a:lnTo>
                  <a:pt x="373618" y="119618"/>
                </a:ln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27" name="Text 24"/>
          <p:cNvSpPr/>
          <p:nvPr/>
        </p:nvSpPr>
        <p:spPr>
          <a:xfrm>
            <a:off x="11684000" y="3810000"/>
            <a:ext cx="355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 Your Brand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1112500" y="43180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Showcase continuous learning to recruiters and hiring managers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NPTEL | IITs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29 / 43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Internship Opportunities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2000" y="1079500"/>
            <a:ext cx="762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2"/>
          <p:cNvSpPr/>
          <p:nvPr/>
        </p:nvSpPr>
        <p:spPr>
          <a:xfrm>
            <a:off x="762000" y="1460500"/>
            <a:ext cx="14732000" cy="762000"/>
          </a:xfrm>
          <a:prstGeom prst="roundRect">
            <a:avLst>
              <a:gd name="adj" fmla="val 6000"/>
            </a:avLst>
          </a:prstGeom>
          <a:solidFill>
            <a:srgbClr val="1B4F8F"/>
          </a:solidFill>
          <a:ln/>
          <a:effectLst>
            <a:outerShdw sx="100000" sy="100000" kx="0" ky="0" algn="bl" rotWithShape="0" blurRad="101600" dist="38100" dir="5400000">
              <a:srgbClr val="1b4f8f">
                <a:alpha val="18824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79500" y="15240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NPTEL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Superstars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get direct internship calls from </a:t>
            </a:r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companies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62000" y="2603500"/>
            <a:ext cx="3492500" cy="10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16000" y="2857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96875" y="207804"/>
                </a:moveTo>
                <a:cubicBezTo>
                  <a:pt x="396875" y="320119"/>
                  <a:pt x="319961" y="400050"/>
                  <a:pt x="206375" y="400050"/>
                </a:cubicBezTo>
                <a:cubicBezTo>
                  <a:pt x="97473" y="400050"/>
                  <a:pt x="9525" y="312103"/>
                  <a:pt x="9525" y="203200"/>
                </a:cubicBezTo>
                <a:cubicBezTo>
                  <a:pt x="9525" y="94298"/>
                  <a:pt x="97473" y="6350"/>
                  <a:pt x="206375" y="6350"/>
                </a:cubicBezTo>
                <a:cubicBezTo>
                  <a:pt x="259398" y="6350"/>
                  <a:pt x="304006" y="25797"/>
                  <a:pt x="338376" y="57864"/>
                </a:cubicBezTo>
                <a:lnTo>
                  <a:pt x="284798" y="109379"/>
                </a:lnTo>
                <a:cubicBezTo>
                  <a:pt x="214709" y="41751"/>
                  <a:pt x="84376" y="92551"/>
                  <a:pt x="84376" y="203200"/>
                </a:cubicBezTo>
                <a:cubicBezTo>
                  <a:pt x="84376" y="271859"/>
                  <a:pt x="139224" y="327501"/>
                  <a:pt x="206375" y="327501"/>
                </a:cubicBezTo>
                <a:cubicBezTo>
                  <a:pt x="284321" y="327501"/>
                  <a:pt x="313531" y="271621"/>
                  <a:pt x="318135" y="242649"/>
                </a:cubicBezTo>
                <a:lnTo>
                  <a:pt x="206375" y="242649"/>
                </a:lnTo>
                <a:lnTo>
                  <a:pt x="206375" y="174943"/>
                </a:lnTo>
                <a:lnTo>
                  <a:pt x="393779" y="174943"/>
                </a:lnTo>
                <a:cubicBezTo>
                  <a:pt x="395605" y="185023"/>
                  <a:pt x="396875" y="194707"/>
                  <a:pt x="396875" y="207804"/>
                </a:cubicBez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9" name="Text 6"/>
          <p:cNvSpPr/>
          <p:nvPr/>
        </p:nvSpPr>
        <p:spPr>
          <a:xfrm>
            <a:off x="1524000" y="28575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Google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508500" y="2603500"/>
            <a:ext cx="3492500" cy="10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62500" y="2857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25400"/>
                </a:moveTo>
                <a:lnTo>
                  <a:pt x="194673" y="25400"/>
                </a:lnTo>
                <a:lnTo>
                  <a:pt x="194673" y="195739"/>
                </a:lnTo>
                <a:lnTo>
                  <a:pt x="0" y="195739"/>
                </a:lnTo>
                <a:lnTo>
                  <a:pt x="0" y="25400"/>
                </a:lnTo>
                <a:close/>
                <a:moveTo>
                  <a:pt x="211727" y="25400"/>
                </a:moveTo>
                <a:lnTo>
                  <a:pt x="406400" y="25400"/>
                </a:lnTo>
                <a:lnTo>
                  <a:pt x="406400" y="195739"/>
                </a:lnTo>
                <a:lnTo>
                  <a:pt x="211727" y="195739"/>
                </a:lnTo>
                <a:lnTo>
                  <a:pt x="211727" y="25400"/>
                </a:lnTo>
                <a:close/>
                <a:moveTo>
                  <a:pt x="0" y="210661"/>
                </a:moveTo>
                <a:lnTo>
                  <a:pt x="194673" y="210661"/>
                </a:lnTo>
                <a:lnTo>
                  <a:pt x="194673" y="381000"/>
                </a:lnTo>
                <a:lnTo>
                  <a:pt x="0" y="381000"/>
                </a:lnTo>
                <a:lnTo>
                  <a:pt x="0" y="210661"/>
                </a:lnTo>
                <a:close/>
                <a:moveTo>
                  <a:pt x="211727" y="210661"/>
                </a:moveTo>
                <a:lnTo>
                  <a:pt x="406400" y="210661"/>
                </a:lnTo>
                <a:lnTo>
                  <a:pt x="406400" y="381000"/>
                </a:lnTo>
                <a:lnTo>
                  <a:pt x="211727" y="381000"/>
                </a:lnTo>
                <a:lnTo>
                  <a:pt x="211727" y="210661"/>
                </a:ln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2" name="Text 9"/>
          <p:cNvSpPr/>
          <p:nvPr/>
        </p:nvSpPr>
        <p:spPr>
          <a:xfrm>
            <a:off x="5270500" y="28575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Microsoft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255000" y="2603500"/>
            <a:ext cx="3492500" cy="10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509000" y="2857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33771" y="129143"/>
                </a:moveTo>
                <a:cubicBezTo>
                  <a:pt x="189593" y="130572"/>
                  <a:pt x="80010" y="141446"/>
                  <a:pt x="80010" y="222409"/>
                </a:cubicBezTo>
                <a:cubicBezTo>
                  <a:pt x="80010" y="309324"/>
                  <a:pt x="205468" y="312896"/>
                  <a:pt x="246471" y="256699"/>
                </a:cubicBezTo>
                <a:cubicBezTo>
                  <a:pt x="252367" y="264795"/>
                  <a:pt x="278584" y="286464"/>
                  <a:pt x="287564" y="293846"/>
                </a:cubicBezTo>
                <a:lnTo>
                  <a:pt x="339090" y="249396"/>
                </a:lnTo>
                <a:cubicBezTo>
                  <a:pt x="339090" y="249396"/>
                  <a:pt x="309789" y="229314"/>
                  <a:pt x="309789" y="207486"/>
                </a:cubicBezTo>
                <a:lnTo>
                  <a:pt x="309789" y="90726"/>
                </a:lnTo>
                <a:cubicBezTo>
                  <a:pt x="309789" y="70644"/>
                  <a:pt x="287564" y="25400"/>
                  <a:pt x="207917" y="25400"/>
                </a:cubicBezTo>
                <a:cubicBezTo>
                  <a:pt x="128089" y="25400"/>
                  <a:pt x="85725" y="69056"/>
                  <a:pt x="85725" y="108188"/>
                </a:cubicBezTo>
                <a:lnTo>
                  <a:pt x="152400" y="113586"/>
                </a:lnTo>
                <a:cubicBezTo>
                  <a:pt x="167186" y="74295"/>
                  <a:pt x="201567" y="74295"/>
                  <a:pt x="201567" y="74295"/>
                </a:cubicBezTo>
                <a:cubicBezTo>
                  <a:pt x="238488" y="74216"/>
                  <a:pt x="233771" y="97949"/>
                  <a:pt x="233771" y="129143"/>
                </a:cubicBezTo>
                <a:close/>
                <a:moveTo>
                  <a:pt x="233771" y="198041"/>
                </a:moveTo>
                <a:cubicBezTo>
                  <a:pt x="233771" y="261541"/>
                  <a:pt x="157389" y="252016"/>
                  <a:pt x="157389" y="211693"/>
                </a:cubicBezTo>
                <a:cubicBezTo>
                  <a:pt x="157389" y="174228"/>
                  <a:pt x="203200" y="166688"/>
                  <a:pt x="233771" y="165814"/>
                </a:cubicBezTo>
                <a:lnTo>
                  <a:pt x="233771" y="198041"/>
                </a:lnTo>
                <a:close/>
                <a:moveTo>
                  <a:pt x="357142" y="327819"/>
                </a:moveTo>
                <a:cubicBezTo>
                  <a:pt x="350157" y="335756"/>
                  <a:pt x="293642" y="381000"/>
                  <a:pt x="198846" y="381000"/>
                </a:cubicBezTo>
                <a:cubicBezTo>
                  <a:pt x="104049" y="381000"/>
                  <a:pt x="31478" y="324247"/>
                  <a:pt x="9253" y="300831"/>
                </a:cubicBezTo>
                <a:cubicBezTo>
                  <a:pt x="3084" y="294719"/>
                  <a:pt x="10160" y="291862"/>
                  <a:pt x="14242" y="294243"/>
                </a:cubicBezTo>
                <a:cubicBezTo>
                  <a:pt x="80736" y="329565"/>
                  <a:pt x="184604" y="387747"/>
                  <a:pt x="352153" y="318294"/>
                </a:cubicBezTo>
                <a:cubicBezTo>
                  <a:pt x="358956" y="315357"/>
                  <a:pt x="364218" y="319881"/>
                  <a:pt x="357142" y="327819"/>
                </a:cubicBezTo>
                <a:close/>
                <a:moveTo>
                  <a:pt x="393246" y="329565"/>
                </a:moveTo>
                <a:cubicBezTo>
                  <a:pt x="387350" y="342106"/>
                  <a:pt x="378732" y="350838"/>
                  <a:pt x="374015" y="354171"/>
                </a:cubicBezTo>
                <a:cubicBezTo>
                  <a:pt x="369026" y="357743"/>
                  <a:pt x="365397" y="356314"/>
                  <a:pt x="368119" y="351155"/>
                </a:cubicBezTo>
                <a:cubicBezTo>
                  <a:pt x="370840" y="345996"/>
                  <a:pt x="385626" y="314246"/>
                  <a:pt x="379639" y="307499"/>
                </a:cubicBezTo>
                <a:cubicBezTo>
                  <a:pt x="373743" y="300911"/>
                  <a:pt x="346075" y="304086"/>
                  <a:pt x="336096" y="304959"/>
                </a:cubicBezTo>
                <a:cubicBezTo>
                  <a:pt x="326299" y="305753"/>
                  <a:pt x="324304" y="306546"/>
                  <a:pt x="323396" y="304721"/>
                </a:cubicBezTo>
                <a:cubicBezTo>
                  <a:pt x="321310" y="300196"/>
                  <a:pt x="343081" y="292418"/>
                  <a:pt x="357414" y="290830"/>
                </a:cubicBezTo>
                <a:cubicBezTo>
                  <a:pt x="371656" y="289401"/>
                  <a:pt x="394607" y="290195"/>
                  <a:pt x="399143" y="295354"/>
                </a:cubicBezTo>
                <a:cubicBezTo>
                  <a:pt x="402499" y="299403"/>
                  <a:pt x="399143" y="316865"/>
                  <a:pt x="393246" y="329565"/>
                </a:cubicBez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5" name="Text 12"/>
          <p:cNvSpPr/>
          <p:nvPr/>
        </p:nvSpPr>
        <p:spPr>
          <a:xfrm>
            <a:off x="9017000" y="28575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Amazon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2001500" y="2603500"/>
            <a:ext cx="3492500" cy="10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12255500" y="2857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67733" y="0"/>
                </a:moveTo>
                <a:cubicBezTo>
                  <a:pt x="30374" y="0"/>
                  <a:pt x="0" y="22781"/>
                  <a:pt x="0" y="50800"/>
                </a:cubicBezTo>
                <a:lnTo>
                  <a:pt x="0" y="355600"/>
                </a:lnTo>
                <a:cubicBezTo>
                  <a:pt x="0" y="383619"/>
                  <a:pt x="30374" y="406400"/>
                  <a:pt x="67733" y="406400"/>
                </a:cubicBezTo>
                <a:lnTo>
                  <a:pt x="338667" y="406400"/>
                </a:lnTo>
                <a:cubicBezTo>
                  <a:pt x="376026" y="406400"/>
                  <a:pt x="406400" y="383619"/>
                  <a:pt x="406400" y="355600"/>
                </a:cubicBezTo>
                <a:lnTo>
                  <a:pt x="406400" y="50800"/>
                </a:lnTo>
                <a:cubicBezTo>
                  <a:pt x="406400" y="22781"/>
                  <a:pt x="376026" y="0"/>
                  <a:pt x="338667" y="0"/>
                </a:cubicBezTo>
                <a:lnTo>
                  <a:pt x="67733" y="0"/>
                </a:lnTo>
                <a:close/>
                <a:moveTo>
                  <a:pt x="186267" y="279400"/>
                </a:moveTo>
                <a:lnTo>
                  <a:pt x="220133" y="279400"/>
                </a:lnTo>
                <a:cubicBezTo>
                  <a:pt x="238866" y="279400"/>
                  <a:pt x="254000" y="290751"/>
                  <a:pt x="254000" y="304800"/>
                </a:cubicBezTo>
                <a:lnTo>
                  <a:pt x="254000" y="368300"/>
                </a:lnTo>
                <a:lnTo>
                  <a:pt x="152400" y="368300"/>
                </a:lnTo>
                <a:lnTo>
                  <a:pt x="152400" y="304800"/>
                </a:lnTo>
                <a:cubicBezTo>
                  <a:pt x="152400" y="290751"/>
                  <a:pt x="167534" y="279400"/>
                  <a:pt x="186267" y="279400"/>
                </a:cubicBezTo>
                <a:close/>
                <a:moveTo>
                  <a:pt x="101600" y="88900"/>
                </a:moveTo>
                <a:cubicBezTo>
                  <a:pt x="101600" y="81915"/>
                  <a:pt x="109220" y="76200"/>
                  <a:pt x="118533" y="76200"/>
                </a:cubicBezTo>
                <a:lnTo>
                  <a:pt x="152400" y="76200"/>
                </a:lnTo>
                <a:cubicBezTo>
                  <a:pt x="161713" y="76200"/>
                  <a:pt x="169333" y="81915"/>
                  <a:pt x="169333" y="88900"/>
                </a:cubicBezTo>
                <a:lnTo>
                  <a:pt x="169333" y="114300"/>
                </a:lnTo>
                <a:cubicBezTo>
                  <a:pt x="169333" y="121285"/>
                  <a:pt x="161713" y="127000"/>
                  <a:pt x="152400" y="127000"/>
                </a:cubicBezTo>
                <a:lnTo>
                  <a:pt x="118533" y="127000"/>
                </a:lnTo>
                <a:cubicBezTo>
                  <a:pt x="109220" y="127000"/>
                  <a:pt x="101600" y="121285"/>
                  <a:pt x="101600" y="114300"/>
                </a:cubicBezTo>
                <a:lnTo>
                  <a:pt x="101600" y="88900"/>
                </a:lnTo>
                <a:close/>
                <a:moveTo>
                  <a:pt x="254000" y="76200"/>
                </a:moveTo>
                <a:lnTo>
                  <a:pt x="287867" y="76200"/>
                </a:lnTo>
                <a:cubicBezTo>
                  <a:pt x="297180" y="76200"/>
                  <a:pt x="304800" y="81915"/>
                  <a:pt x="304800" y="88900"/>
                </a:cubicBezTo>
                <a:lnTo>
                  <a:pt x="304800" y="114300"/>
                </a:lnTo>
                <a:cubicBezTo>
                  <a:pt x="304800" y="121285"/>
                  <a:pt x="297180" y="127000"/>
                  <a:pt x="287867" y="127000"/>
                </a:cubicBezTo>
                <a:lnTo>
                  <a:pt x="254000" y="127000"/>
                </a:lnTo>
                <a:cubicBezTo>
                  <a:pt x="244687" y="127000"/>
                  <a:pt x="237067" y="121285"/>
                  <a:pt x="237067" y="114300"/>
                </a:cubicBezTo>
                <a:lnTo>
                  <a:pt x="237067" y="88900"/>
                </a:lnTo>
                <a:cubicBezTo>
                  <a:pt x="237067" y="81915"/>
                  <a:pt x="244687" y="76200"/>
                  <a:pt x="254000" y="76200"/>
                </a:cubicBezTo>
                <a:close/>
                <a:moveTo>
                  <a:pt x="101600" y="190500"/>
                </a:moveTo>
                <a:cubicBezTo>
                  <a:pt x="101600" y="183515"/>
                  <a:pt x="109220" y="177800"/>
                  <a:pt x="118533" y="177800"/>
                </a:cubicBezTo>
                <a:lnTo>
                  <a:pt x="152400" y="177800"/>
                </a:lnTo>
                <a:cubicBezTo>
                  <a:pt x="161713" y="177800"/>
                  <a:pt x="169333" y="183515"/>
                  <a:pt x="169333" y="190500"/>
                </a:cubicBezTo>
                <a:lnTo>
                  <a:pt x="169333" y="215900"/>
                </a:lnTo>
                <a:cubicBezTo>
                  <a:pt x="169333" y="222885"/>
                  <a:pt x="161713" y="228600"/>
                  <a:pt x="152400" y="228600"/>
                </a:cubicBezTo>
                <a:lnTo>
                  <a:pt x="118533" y="228600"/>
                </a:lnTo>
                <a:cubicBezTo>
                  <a:pt x="109220" y="228600"/>
                  <a:pt x="101600" y="222885"/>
                  <a:pt x="101600" y="215900"/>
                </a:cubicBezTo>
                <a:lnTo>
                  <a:pt x="101600" y="190500"/>
                </a:lnTo>
                <a:close/>
                <a:moveTo>
                  <a:pt x="254000" y="177800"/>
                </a:moveTo>
                <a:lnTo>
                  <a:pt x="287867" y="177800"/>
                </a:lnTo>
                <a:cubicBezTo>
                  <a:pt x="297180" y="177800"/>
                  <a:pt x="304800" y="183515"/>
                  <a:pt x="304800" y="190500"/>
                </a:cubicBezTo>
                <a:lnTo>
                  <a:pt x="304800" y="215900"/>
                </a:lnTo>
                <a:cubicBezTo>
                  <a:pt x="304800" y="222885"/>
                  <a:pt x="297180" y="228600"/>
                  <a:pt x="287867" y="228600"/>
                </a:cubicBezTo>
                <a:lnTo>
                  <a:pt x="254000" y="228600"/>
                </a:lnTo>
                <a:cubicBezTo>
                  <a:pt x="244687" y="228600"/>
                  <a:pt x="237067" y="222885"/>
                  <a:pt x="237067" y="215900"/>
                </a:cubicBezTo>
                <a:lnTo>
                  <a:pt x="237067" y="190500"/>
                </a:lnTo>
                <a:cubicBezTo>
                  <a:pt x="237067" y="183515"/>
                  <a:pt x="244687" y="177800"/>
                  <a:pt x="254000" y="177800"/>
                </a:cubicBez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8" name="Text 15"/>
          <p:cNvSpPr/>
          <p:nvPr/>
        </p:nvSpPr>
        <p:spPr>
          <a:xfrm>
            <a:off x="12763500" y="28575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TCS / Infosys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762000" y="4064000"/>
            <a:ext cx="7112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275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079500" y="4254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NPTEL Helps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079500" y="4762500"/>
            <a:ext cx="647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Industry partners offer exclusive internships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079500" y="5181600"/>
            <a:ext cx="647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Research internships at IITs through courses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079500" y="5600700"/>
            <a:ext cx="6477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Project ideas from course content for portfolios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255000" y="4064000"/>
            <a:ext cx="7239000" cy="2286000"/>
          </a:xfrm>
          <a:prstGeom prst="roundRect">
            <a:avLst>
              <a:gd name="adj" fmla="val 8000"/>
            </a:avLst>
          </a:prstGeom>
          <a:solidFill>
            <a:srgbClr val="1B4F8F"/>
          </a:solidFill>
          <a:ln/>
          <a:effectLst>
            <a:outerShdw sx="100000" sy="100000" kx="0" ky="0" algn="bl" rotWithShape="0" blurRad="127000" dist="38100" dir="5400000">
              <a:srgbClr val="1b4f8f">
                <a:alpha val="18824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8572500" y="4254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NPTEL Superstar Program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8572500" y="4762500"/>
            <a:ext cx="660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1% performers in each course are recognized as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NPTEL Superstars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They receive direct internship interview calls from industry partners and special recognition at IIT events.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NPTEL | IITs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 / 43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508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Industry Associates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2000" y="1079500"/>
            <a:ext cx="762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2"/>
          <p:cNvSpPr/>
          <p:nvPr/>
        </p:nvSpPr>
        <p:spPr>
          <a:xfrm>
            <a:off x="762000" y="1460500"/>
            <a:ext cx="14732000" cy="762000"/>
          </a:xfrm>
          <a:prstGeom prst="roundRect">
            <a:avLst>
              <a:gd name="adj" fmla="val 6000"/>
            </a:avLst>
          </a:prstGeom>
          <a:solidFill>
            <a:srgbClr val="1B4F8F"/>
          </a:solidFill>
          <a:ln/>
          <a:effectLst>
            <a:outerShdw sx="100000" sy="100000" kx="0" ky="0" algn="bl" rotWithShape="0" blurRad="101600" dist="38100" dir="5400000">
              <a:srgbClr val="1b4f8f">
                <a:alpha val="18824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79500" y="1524000"/>
            <a:ext cx="14097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200+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industry partners shape NPTEL curriculum and hire certified students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62000" y="2603500"/>
            <a:ext cx="34925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16000" y="279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22238" y="16669"/>
                </a:moveTo>
                <a:cubicBezTo>
                  <a:pt x="122238" y="7431"/>
                  <a:pt x="114806" y="0"/>
                  <a:pt x="105569" y="0"/>
                </a:cubicBezTo>
                <a:cubicBezTo>
                  <a:pt x="96331" y="0"/>
                  <a:pt x="88900" y="7431"/>
                  <a:pt x="88900" y="16669"/>
                </a:cubicBezTo>
                <a:lnTo>
                  <a:pt x="88900" y="44450"/>
                </a:lnTo>
                <a:cubicBezTo>
                  <a:pt x="64383" y="44450"/>
                  <a:pt x="44450" y="64383"/>
                  <a:pt x="44450" y="88900"/>
                </a:cubicBezTo>
                <a:lnTo>
                  <a:pt x="16669" y="88900"/>
                </a:lnTo>
                <a:cubicBezTo>
                  <a:pt x="7431" y="88900"/>
                  <a:pt x="0" y="96331"/>
                  <a:pt x="0" y="105569"/>
                </a:cubicBezTo>
                <a:cubicBezTo>
                  <a:pt x="0" y="114806"/>
                  <a:pt x="7431" y="122238"/>
                  <a:pt x="16669" y="122238"/>
                </a:cubicBezTo>
                <a:lnTo>
                  <a:pt x="44450" y="122238"/>
                </a:lnTo>
                <a:lnTo>
                  <a:pt x="44450" y="161131"/>
                </a:lnTo>
                <a:lnTo>
                  <a:pt x="16669" y="161131"/>
                </a:lnTo>
                <a:cubicBezTo>
                  <a:pt x="7431" y="161131"/>
                  <a:pt x="0" y="168563"/>
                  <a:pt x="0" y="177800"/>
                </a:cubicBezTo>
                <a:cubicBezTo>
                  <a:pt x="0" y="187037"/>
                  <a:pt x="7431" y="194469"/>
                  <a:pt x="16669" y="194469"/>
                </a:cubicBezTo>
                <a:lnTo>
                  <a:pt x="44450" y="194469"/>
                </a:lnTo>
                <a:lnTo>
                  <a:pt x="44450" y="233363"/>
                </a:lnTo>
                <a:lnTo>
                  <a:pt x="16669" y="233363"/>
                </a:lnTo>
                <a:cubicBezTo>
                  <a:pt x="7431" y="233363"/>
                  <a:pt x="0" y="240794"/>
                  <a:pt x="0" y="250031"/>
                </a:cubicBezTo>
                <a:cubicBezTo>
                  <a:pt x="0" y="259269"/>
                  <a:pt x="7431" y="266700"/>
                  <a:pt x="16669" y="266700"/>
                </a:cubicBezTo>
                <a:lnTo>
                  <a:pt x="44450" y="266700"/>
                </a:lnTo>
                <a:cubicBezTo>
                  <a:pt x="44450" y="291217"/>
                  <a:pt x="64383" y="311150"/>
                  <a:pt x="88900" y="311150"/>
                </a:cubicBezTo>
                <a:lnTo>
                  <a:pt x="88900" y="338931"/>
                </a:lnTo>
                <a:cubicBezTo>
                  <a:pt x="88900" y="348169"/>
                  <a:pt x="96331" y="355600"/>
                  <a:pt x="105569" y="355600"/>
                </a:cubicBezTo>
                <a:cubicBezTo>
                  <a:pt x="114806" y="355600"/>
                  <a:pt x="122238" y="348169"/>
                  <a:pt x="122238" y="338931"/>
                </a:cubicBezTo>
                <a:lnTo>
                  <a:pt x="122238" y="311150"/>
                </a:lnTo>
                <a:lnTo>
                  <a:pt x="161131" y="311150"/>
                </a:lnTo>
                <a:lnTo>
                  <a:pt x="161131" y="338931"/>
                </a:lnTo>
                <a:cubicBezTo>
                  <a:pt x="161131" y="348169"/>
                  <a:pt x="168563" y="355600"/>
                  <a:pt x="177800" y="355600"/>
                </a:cubicBezTo>
                <a:cubicBezTo>
                  <a:pt x="187037" y="355600"/>
                  <a:pt x="194469" y="348169"/>
                  <a:pt x="194469" y="338931"/>
                </a:cubicBezTo>
                <a:lnTo>
                  <a:pt x="194469" y="311150"/>
                </a:lnTo>
                <a:lnTo>
                  <a:pt x="233363" y="311150"/>
                </a:lnTo>
                <a:lnTo>
                  <a:pt x="233363" y="338931"/>
                </a:lnTo>
                <a:cubicBezTo>
                  <a:pt x="233363" y="348169"/>
                  <a:pt x="240794" y="355600"/>
                  <a:pt x="250031" y="355600"/>
                </a:cubicBezTo>
                <a:cubicBezTo>
                  <a:pt x="259269" y="355600"/>
                  <a:pt x="266700" y="348169"/>
                  <a:pt x="266700" y="338931"/>
                </a:cubicBezTo>
                <a:lnTo>
                  <a:pt x="266700" y="311150"/>
                </a:lnTo>
                <a:cubicBezTo>
                  <a:pt x="291217" y="311150"/>
                  <a:pt x="311150" y="291217"/>
                  <a:pt x="311150" y="266700"/>
                </a:cubicBezTo>
                <a:lnTo>
                  <a:pt x="338931" y="266700"/>
                </a:lnTo>
                <a:cubicBezTo>
                  <a:pt x="348169" y="266700"/>
                  <a:pt x="355600" y="259269"/>
                  <a:pt x="355600" y="250031"/>
                </a:cubicBezTo>
                <a:cubicBezTo>
                  <a:pt x="355600" y="240794"/>
                  <a:pt x="348169" y="233363"/>
                  <a:pt x="338931" y="233363"/>
                </a:cubicBezTo>
                <a:lnTo>
                  <a:pt x="311150" y="233363"/>
                </a:lnTo>
                <a:lnTo>
                  <a:pt x="311150" y="194469"/>
                </a:lnTo>
                <a:lnTo>
                  <a:pt x="338931" y="194469"/>
                </a:lnTo>
                <a:cubicBezTo>
                  <a:pt x="348169" y="194469"/>
                  <a:pt x="355600" y="187037"/>
                  <a:pt x="355600" y="177800"/>
                </a:cubicBezTo>
                <a:cubicBezTo>
                  <a:pt x="355600" y="168563"/>
                  <a:pt x="348169" y="161131"/>
                  <a:pt x="338931" y="161131"/>
                </a:cubicBezTo>
                <a:lnTo>
                  <a:pt x="311150" y="161131"/>
                </a:lnTo>
                <a:lnTo>
                  <a:pt x="311150" y="122238"/>
                </a:lnTo>
                <a:lnTo>
                  <a:pt x="338931" y="122238"/>
                </a:lnTo>
                <a:cubicBezTo>
                  <a:pt x="348169" y="122238"/>
                  <a:pt x="355600" y="114806"/>
                  <a:pt x="355600" y="105569"/>
                </a:cubicBezTo>
                <a:cubicBezTo>
                  <a:pt x="355600" y="96331"/>
                  <a:pt x="348169" y="88900"/>
                  <a:pt x="338931" y="88900"/>
                </a:cubicBezTo>
                <a:lnTo>
                  <a:pt x="311150" y="88900"/>
                </a:lnTo>
                <a:cubicBezTo>
                  <a:pt x="311150" y="64383"/>
                  <a:pt x="291217" y="44450"/>
                  <a:pt x="266700" y="44450"/>
                </a:cubicBezTo>
                <a:lnTo>
                  <a:pt x="266700" y="16669"/>
                </a:lnTo>
                <a:cubicBezTo>
                  <a:pt x="266700" y="7431"/>
                  <a:pt x="259269" y="0"/>
                  <a:pt x="250031" y="0"/>
                </a:cubicBezTo>
                <a:cubicBezTo>
                  <a:pt x="240794" y="0"/>
                  <a:pt x="233363" y="7431"/>
                  <a:pt x="233363" y="16669"/>
                </a:cubicBezTo>
                <a:lnTo>
                  <a:pt x="233363" y="44450"/>
                </a:lnTo>
                <a:lnTo>
                  <a:pt x="194469" y="44450"/>
                </a:lnTo>
                <a:lnTo>
                  <a:pt x="194469" y="16669"/>
                </a:lnTo>
                <a:cubicBezTo>
                  <a:pt x="194469" y="7431"/>
                  <a:pt x="187037" y="0"/>
                  <a:pt x="177800" y="0"/>
                </a:cubicBezTo>
                <a:cubicBezTo>
                  <a:pt x="168563" y="0"/>
                  <a:pt x="161131" y="7431"/>
                  <a:pt x="161131" y="16669"/>
                </a:cubicBezTo>
                <a:lnTo>
                  <a:pt x="161131" y="44450"/>
                </a:lnTo>
                <a:lnTo>
                  <a:pt x="122238" y="44450"/>
                </a:lnTo>
                <a:lnTo>
                  <a:pt x="122238" y="16669"/>
                </a:lnTo>
                <a:close/>
                <a:moveTo>
                  <a:pt x="111125" y="88900"/>
                </a:moveTo>
                <a:lnTo>
                  <a:pt x="244475" y="88900"/>
                </a:lnTo>
                <a:cubicBezTo>
                  <a:pt x="256768" y="88900"/>
                  <a:pt x="266700" y="98832"/>
                  <a:pt x="266700" y="111125"/>
                </a:cubicBezTo>
                <a:lnTo>
                  <a:pt x="266700" y="244475"/>
                </a:lnTo>
                <a:cubicBezTo>
                  <a:pt x="266700" y="256768"/>
                  <a:pt x="256768" y="266700"/>
                  <a:pt x="244475" y="266700"/>
                </a:cubicBezTo>
                <a:lnTo>
                  <a:pt x="111125" y="266700"/>
                </a:lnTo>
                <a:cubicBezTo>
                  <a:pt x="98832" y="266700"/>
                  <a:pt x="88900" y="256768"/>
                  <a:pt x="88900" y="244475"/>
                </a:cubicBezTo>
                <a:lnTo>
                  <a:pt x="88900" y="111125"/>
                </a:lnTo>
                <a:cubicBezTo>
                  <a:pt x="88900" y="98832"/>
                  <a:pt x="98832" y="88900"/>
                  <a:pt x="111125" y="88900"/>
                </a:cubicBezTo>
                <a:close/>
                <a:moveTo>
                  <a:pt x="122238" y="122238"/>
                </a:moveTo>
                <a:lnTo>
                  <a:pt x="122238" y="233363"/>
                </a:lnTo>
                <a:lnTo>
                  <a:pt x="233363" y="233363"/>
                </a:lnTo>
                <a:lnTo>
                  <a:pt x="233363" y="122238"/>
                </a:lnTo>
                <a:lnTo>
                  <a:pt x="122238" y="122238"/>
                </a:ln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9" name="Text 6"/>
          <p:cNvSpPr/>
          <p:nvPr/>
        </p:nvSpPr>
        <p:spPr>
          <a:xfrm>
            <a:off x="1460500" y="2794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 Giants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16000" y="3302000"/>
            <a:ext cx="2984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Microsoft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Amazon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IBM / Intel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08500" y="2603500"/>
            <a:ext cx="34925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62500" y="279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5560" y="66675"/>
                </a:moveTo>
                <a:cubicBezTo>
                  <a:pt x="35560" y="42158"/>
                  <a:pt x="51506" y="22225"/>
                  <a:pt x="71120" y="22225"/>
                </a:cubicBezTo>
                <a:lnTo>
                  <a:pt x="284480" y="22225"/>
                </a:lnTo>
                <a:cubicBezTo>
                  <a:pt x="304094" y="22225"/>
                  <a:pt x="320040" y="42158"/>
                  <a:pt x="320040" y="66675"/>
                </a:cubicBezTo>
                <a:lnTo>
                  <a:pt x="320040" y="233363"/>
                </a:lnTo>
                <a:lnTo>
                  <a:pt x="284480" y="233363"/>
                </a:lnTo>
                <a:lnTo>
                  <a:pt x="284480" y="66675"/>
                </a:lnTo>
                <a:lnTo>
                  <a:pt x="71120" y="66675"/>
                </a:lnTo>
                <a:lnTo>
                  <a:pt x="71120" y="233363"/>
                </a:lnTo>
                <a:lnTo>
                  <a:pt x="35560" y="233363"/>
                </a:lnTo>
                <a:lnTo>
                  <a:pt x="35560" y="66675"/>
                </a:lnTo>
                <a:close/>
                <a:moveTo>
                  <a:pt x="0" y="280035"/>
                </a:moveTo>
                <a:cubicBezTo>
                  <a:pt x="0" y="272673"/>
                  <a:pt x="4778" y="266700"/>
                  <a:pt x="10668" y="266700"/>
                </a:cubicBezTo>
                <a:lnTo>
                  <a:pt x="344932" y="266700"/>
                </a:lnTo>
                <a:cubicBezTo>
                  <a:pt x="350822" y="266700"/>
                  <a:pt x="355600" y="272673"/>
                  <a:pt x="355600" y="280035"/>
                </a:cubicBezTo>
                <a:cubicBezTo>
                  <a:pt x="355600" y="309483"/>
                  <a:pt x="336487" y="333375"/>
                  <a:pt x="312928" y="333375"/>
                </a:cubicBezTo>
                <a:lnTo>
                  <a:pt x="42672" y="333375"/>
                </a:lnTo>
                <a:cubicBezTo>
                  <a:pt x="19113" y="333375"/>
                  <a:pt x="0" y="309483"/>
                  <a:pt x="0" y="280035"/>
                </a:cubicBezTo>
                <a:close/>
                <a:moveTo>
                  <a:pt x="156131" y="145157"/>
                </a:moveTo>
                <a:lnTo>
                  <a:pt x="138906" y="166688"/>
                </a:lnTo>
                <a:lnTo>
                  <a:pt x="156131" y="188218"/>
                </a:lnTo>
                <a:cubicBezTo>
                  <a:pt x="161354" y="194747"/>
                  <a:pt x="161354" y="205303"/>
                  <a:pt x="156131" y="211763"/>
                </a:cubicBezTo>
                <a:cubicBezTo>
                  <a:pt x="150908" y="218222"/>
                  <a:pt x="142462" y="218291"/>
                  <a:pt x="137295" y="211763"/>
                </a:cubicBezTo>
                <a:lnTo>
                  <a:pt x="110625" y="178425"/>
                </a:lnTo>
                <a:cubicBezTo>
                  <a:pt x="105402" y="171896"/>
                  <a:pt x="105402" y="161340"/>
                  <a:pt x="110625" y="154880"/>
                </a:cubicBezTo>
                <a:lnTo>
                  <a:pt x="137295" y="121543"/>
                </a:lnTo>
                <a:cubicBezTo>
                  <a:pt x="142518" y="115014"/>
                  <a:pt x="150963" y="115014"/>
                  <a:pt x="156131" y="121543"/>
                </a:cubicBezTo>
                <a:cubicBezTo>
                  <a:pt x="161298" y="128072"/>
                  <a:pt x="161354" y="138628"/>
                  <a:pt x="156131" y="145088"/>
                </a:cubicBezTo>
                <a:close/>
                <a:moveTo>
                  <a:pt x="218361" y="121543"/>
                </a:moveTo>
                <a:lnTo>
                  <a:pt x="245031" y="154880"/>
                </a:lnTo>
                <a:cubicBezTo>
                  <a:pt x="250253" y="161409"/>
                  <a:pt x="250253" y="171966"/>
                  <a:pt x="245031" y="178425"/>
                </a:cubicBezTo>
                <a:lnTo>
                  <a:pt x="218361" y="211763"/>
                </a:lnTo>
                <a:cubicBezTo>
                  <a:pt x="213138" y="218291"/>
                  <a:pt x="204692" y="218291"/>
                  <a:pt x="199525" y="211763"/>
                </a:cubicBezTo>
                <a:cubicBezTo>
                  <a:pt x="194358" y="205234"/>
                  <a:pt x="194302" y="194677"/>
                  <a:pt x="199525" y="188218"/>
                </a:cubicBezTo>
                <a:lnTo>
                  <a:pt x="216749" y="166688"/>
                </a:lnTo>
                <a:lnTo>
                  <a:pt x="199525" y="145157"/>
                </a:lnTo>
                <a:cubicBezTo>
                  <a:pt x="194302" y="138628"/>
                  <a:pt x="194302" y="128072"/>
                  <a:pt x="199525" y="121612"/>
                </a:cubicBezTo>
                <a:cubicBezTo>
                  <a:pt x="204748" y="115153"/>
                  <a:pt x="213193" y="115084"/>
                  <a:pt x="218361" y="121612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3" name="Text 10"/>
          <p:cNvSpPr/>
          <p:nvPr/>
        </p:nvSpPr>
        <p:spPr>
          <a:xfrm>
            <a:off x="5207000" y="2794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 Services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762500" y="3302000"/>
            <a:ext cx="2984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TCS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Infosys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Wipro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Cognizant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255000" y="2603500"/>
            <a:ext cx="34925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509000" y="279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22225"/>
                </a:moveTo>
                <a:cubicBezTo>
                  <a:pt x="9932" y="22225"/>
                  <a:pt x="0" y="32157"/>
                  <a:pt x="0" y="44450"/>
                </a:cubicBezTo>
                <a:lnTo>
                  <a:pt x="0" y="300038"/>
                </a:lnTo>
                <a:cubicBezTo>
                  <a:pt x="0" y="318443"/>
                  <a:pt x="14932" y="333375"/>
                  <a:pt x="33337" y="333375"/>
                </a:cubicBezTo>
                <a:lnTo>
                  <a:pt x="322263" y="333375"/>
                </a:lnTo>
                <a:cubicBezTo>
                  <a:pt x="340668" y="333375"/>
                  <a:pt x="355600" y="318443"/>
                  <a:pt x="355600" y="300038"/>
                </a:cubicBezTo>
                <a:lnTo>
                  <a:pt x="355600" y="105708"/>
                </a:lnTo>
                <a:cubicBezTo>
                  <a:pt x="355600" y="93067"/>
                  <a:pt x="342126" y="85080"/>
                  <a:pt x="331014" y="91053"/>
                </a:cubicBezTo>
                <a:lnTo>
                  <a:pt x="222250" y="149602"/>
                </a:lnTo>
                <a:lnTo>
                  <a:pt x="222250" y="105708"/>
                </a:lnTo>
                <a:cubicBezTo>
                  <a:pt x="222250" y="93067"/>
                  <a:pt x="208776" y="85080"/>
                  <a:pt x="197664" y="91053"/>
                </a:cubicBezTo>
                <a:lnTo>
                  <a:pt x="88900" y="149602"/>
                </a:lnTo>
                <a:lnTo>
                  <a:pt x="88900" y="44450"/>
                </a:lnTo>
                <a:cubicBezTo>
                  <a:pt x="88900" y="32157"/>
                  <a:pt x="78968" y="22225"/>
                  <a:pt x="66675" y="22225"/>
                </a:cubicBezTo>
                <a:lnTo>
                  <a:pt x="22225" y="22225"/>
                </a:ln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7" name="Text 14"/>
          <p:cNvSpPr/>
          <p:nvPr/>
        </p:nvSpPr>
        <p:spPr>
          <a:xfrm>
            <a:off x="8953500" y="2794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Engineering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509000" y="3302000"/>
            <a:ext cx="2984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L&amp;T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Tata Motors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BHEL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DRDO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2001500" y="2603500"/>
            <a:ext cx="34925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12255500" y="279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8900" y="222250"/>
                </a:moveTo>
                <a:lnTo>
                  <a:pt x="17016" y="222250"/>
                </a:lnTo>
                <a:cubicBezTo>
                  <a:pt x="-278" y="222250"/>
                  <a:pt x="-10904" y="203428"/>
                  <a:pt x="-2014" y="188565"/>
                </a:cubicBezTo>
                <a:lnTo>
                  <a:pt x="34727" y="127308"/>
                </a:lnTo>
                <a:cubicBezTo>
                  <a:pt x="40769" y="117237"/>
                  <a:pt x="51604" y="111125"/>
                  <a:pt x="63341" y="111125"/>
                </a:cubicBezTo>
                <a:lnTo>
                  <a:pt x="129322" y="111125"/>
                </a:lnTo>
                <a:cubicBezTo>
                  <a:pt x="182176" y="21600"/>
                  <a:pt x="261005" y="17085"/>
                  <a:pt x="313720" y="24795"/>
                </a:cubicBezTo>
                <a:cubicBezTo>
                  <a:pt x="322610" y="26114"/>
                  <a:pt x="329555" y="33060"/>
                  <a:pt x="330805" y="41880"/>
                </a:cubicBezTo>
                <a:cubicBezTo>
                  <a:pt x="338515" y="94595"/>
                  <a:pt x="334000" y="173424"/>
                  <a:pt x="244475" y="226278"/>
                </a:cubicBezTo>
                <a:lnTo>
                  <a:pt x="244475" y="292259"/>
                </a:lnTo>
                <a:cubicBezTo>
                  <a:pt x="244475" y="303996"/>
                  <a:pt x="238363" y="314831"/>
                  <a:pt x="228292" y="320873"/>
                </a:cubicBezTo>
                <a:lnTo>
                  <a:pt x="167035" y="357614"/>
                </a:lnTo>
                <a:cubicBezTo>
                  <a:pt x="152241" y="366504"/>
                  <a:pt x="133350" y="355808"/>
                  <a:pt x="133350" y="338584"/>
                </a:cubicBezTo>
                <a:lnTo>
                  <a:pt x="133350" y="266700"/>
                </a:lnTo>
                <a:cubicBezTo>
                  <a:pt x="133350" y="242183"/>
                  <a:pt x="113417" y="222250"/>
                  <a:pt x="88900" y="222250"/>
                </a:cubicBezTo>
                <a:lnTo>
                  <a:pt x="88831" y="222250"/>
                </a:lnTo>
                <a:close/>
                <a:moveTo>
                  <a:pt x="277813" y="111125"/>
                </a:moveTo>
                <a:cubicBezTo>
                  <a:pt x="277813" y="92726"/>
                  <a:pt x="262874" y="77788"/>
                  <a:pt x="244475" y="77788"/>
                </a:cubicBezTo>
                <a:cubicBezTo>
                  <a:pt x="226076" y="77788"/>
                  <a:pt x="211138" y="92726"/>
                  <a:pt x="211138" y="111125"/>
                </a:cubicBezTo>
                <a:cubicBezTo>
                  <a:pt x="211138" y="129524"/>
                  <a:pt x="226076" y="144463"/>
                  <a:pt x="244475" y="144463"/>
                </a:cubicBezTo>
                <a:cubicBezTo>
                  <a:pt x="262874" y="144463"/>
                  <a:pt x="277813" y="129524"/>
                  <a:pt x="277813" y="111125"/>
                </a:cubicBez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21" name="Text 18"/>
          <p:cNvSpPr/>
          <p:nvPr/>
        </p:nvSpPr>
        <p:spPr>
          <a:xfrm>
            <a:off x="12700000" y="2794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Startups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2255500" y="3302000"/>
            <a:ext cx="2984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Flipkart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Ola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Zomato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Swiggy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62000" y="5334000"/>
            <a:ext cx="14732000" cy="889000"/>
          </a:xfrm>
          <a:prstGeom prst="roundRect">
            <a:avLst>
              <a:gd name="adj" fmla="val 8000"/>
            </a:avLst>
          </a:prstGeom>
          <a:solidFill>
            <a:srgbClr val="E87722">
              <a:alpha val="8235"/>
            </a:srgbClr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143000" y="5524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89724" y="67628"/>
                </a:moveTo>
                <a:lnTo>
                  <a:pt x="107456" y="170498"/>
                </a:lnTo>
                <a:cubicBezTo>
                  <a:pt x="104211" y="174546"/>
                  <a:pt x="104352" y="180816"/>
                  <a:pt x="107809" y="184706"/>
                </a:cubicBezTo>
                <a:cubicBezTo>
                  <a:pt x="129328" y="208915"/>
                  <a:pt x="164253" y="208915"/>
                  <a:pt x="185773" y="184706"/>
                </a:cubicBezTo>
                <a:lnTo>
                  <a:pt x="208209" y="159464"/>
                </a:lnTo>
                <a:cubicBezTo>
                  <a:pt x="211173" y="156131"/>
                  <a:pt x="214912" y="154305"/>
                  <a:pt x="218722" y="153988"/>
                </a:cubicBezTo>
                <a:cubicBezTo>
                  <a:pt x="223520" y="153511"/>
                  <a:pt x="228459" y="155337"/>
                  <a:pt x="232128" y="159464"/>
                </a:cubicBezTo>
                <a:lnTo>
                  <a:pt x="356729" y="298450"/>
                </a:lnTo>
                <a:lnTo>
                  <a:pt x="406400" y="254000"/>
                </a:lnTo>
                <a:lnTo>
                  <a:pt x="406400" y="25400"/>
                </a:lnTo>
                <a:lnTo>
                  <a:pt x="327378" y="76200"/>
                </a:lnTo>
                <a:lnTo>
                  <a:pt x="310586" y="63579"/>
                </a:lnTo>
                <a:cubicBezTo>
                  <a:pt x="299438" y="55245"/>
                  <a:pt x="286385" y="50800"/>
                  <a:pt x="272979" y="50800"/>
                </a:cubicBezTo>
                <a:lnTo>
                  <a:pt x="223308" y="50800"/>
                </a:lnTo>
                <a:cubicBezTo>
                  <a:pt x="222532" y="50800"/>
                  <a:pt x="221686" y="50800"/>
                  <a:pt x="220909" y="50879"/>
                </a:cubicBezTo>
                <a:cubicBezTo>
                  <a:pt x="208986" y="51594"/>
                  <a:pt x="197767" y="57626"/>
                  <a:pt x="189724" y="67627"/>
                </a:cubicBezTo>
                <a:close/>
                <a:moveTo>
                  <a:pt x="82268" y="145018"/>
                </a:moveTo>
                <a:lnTo>
                  <a:pt x="157621" y="50800"/>
                </a:lnTo>
                <a:lnTo>
                  <a:pt x="129681" y="50800"/>
                </a:lnTo>
                <a:cubicBezTo>
                  <a:pt x="111689" y="50800"/>
                  <a:pt x="94474" y="58817"/>
                  <a:pt x="81774" y="73104"/>
                </a:cubicBezTo>
                <a:lnTo>
                  <a:pt x="79022" y="76200"/>
                </a:lnTo>
                <a:lnTo>
                  <a:pt x="0" y="25400"/>
                </a:lnTo>
                <a:lnTo>
                  <a:pt x="0" y="254000"/>
                </a:lnTo>
                <a:lnTo>
                  <a:pt x="110349" y="357426"/>
                </a:lnTo>
                <a:cubicBezTo>
                  <a:pt x="126577" y="372666"/>
                  <a:pt x="147038" y="381000"/>
                  <a:pt x="168134" y="381000"/>
                </a:cubicBezTo>
                <a:lnTo>
                  <a:pt x="179211" y="381000"/>
                </a:lnTo>
                <a:lnTo>
                  <a:pt x="174272" y="375444"/>
                </a:lnTo>
                <a:cubicBezTo>
                  <a:pt x="167640" y="367983"/>
                  <a:pt x="167640" y="355918"/>
                  <a:pt x="174272" y="348536"/>
                </a:cubicBezTo>
                <a:cubicBezTo>
                  <a:pt x="180904" y="341154"/>
                  <a:pt x="191629" y="341074"/>
                  <a:pt x="198191" y="348536"/>
                </a:cubicBezTo>
                <a:lnTo>
                  <a:pt x="227118" y="381079"/>
                </a:lnTo>
                <a:lnTo>
                  <a:pt x="233468" y="381079"/>
                </a:lnTo>
                <a:cubicBezTo>
                  <a:pt x="246944" y="381079"/>
                  <a:pt x="260138" y="377666"/>
                  <a:pt x="272133" y="371316"/>
                </a:cubicBezTo>
                <a:lnTo>
                  <a:pt x="253294" y="350044"/>
                </a:lnTo>
                <a:cubicBezTo>
                  <a:pt x="246662" y="342583"/>
                  <a:pt x="246662" y="330518"/>
                  <a:pt x="253294" y="323136"/>
                </a:cubicBezTo>
                <a:cubicBezTo>
                  <a:pt x="259927" y="315754"/>
                  <a:pt x="270651" y="315674"/>
                  <a:pt x="277213" y="323136"/>
                </a:cubicBezTo>
                <a:lnTo>
                  <a:pt x="299791" y="348536"/>
                </a:lnTo>
                <a:lnTo>
                  <a:pt x="312138" y="334645"/>
                </a:lnTo>
                <a:cubicBezTo>
                  <a:pt x="318417" y="327581"/>
                  <a:pt x="320252" y="317341"/>
                  <a:pt x="317500" y="308372"/>
                </a:cubicBezTo>
                <a:lnTo>
                  <a:pt x="220204" y="199787"/>
                </a:lnTo>
                <a:lnTo>
                  <a:pt x="209691" y="211614"/>
                </a:lnTo>
                <a:cubicBezTo>
                  <a:pt x="174907" y="250746"/>
                  <a:pt x="118604" y="250746"/>
                  <a:pt x="83820" y="211614"/>
                </a:cubicBezTo>
                <a:cubicBezTo>
                  <a:pt x="67592" y="193357"/>
                  <a:pt x="66957" y="164068"/>
                  <a:pt x="82268" y="144939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25" name="Text 22"/>
          <p:cNvSpPr/>
          <p:nvPr/>
        </p:nvSpPr>
        <p:spPr>
          <a:xfrm>
            <a:off x="1714500" y="5397500"/>
            <a:ext cx="134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Industry Input: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These companies contribute to course curriculum, ensuring NPTEL courses stay relevant to industry needs. Certified students get placement preference.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NPTEL | IITs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31 / 43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508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Soft Skills Training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2000" y="1079500"/>
            <a:ext cx="762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Text 2"/>
          <p:cNvSpPr/>
          <p:nvPr/>
        </p:nvSpPr>
        <p:spPr>
          <a:xfrm>
            <a:off x="762000" y="1333500"/>
            <a:ext cx="1016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Essential workplace skills that engineering students often overlook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62000" y="1968500"/>
            <a:ext cx="34925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16000" y="222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70933" y="114300"/>
                </a:moveTo>
                <a:cubicBezTo>
                  <a:pt x="270933" y="191452"/>
                  <a:pt x="210256" y="254000"/>
                  <a:pt x="135467" y="254000"/>
                </a:cubicBezTo>
                <a:cubicBezTo>
                  <a:pt x="116628" y="254000"/>
                  <a:pt x="98707" y="250031"/>
                  <a:pt x="82409" y="242888"/>
                </a:cubicBezTo>
                <a:lnTo>
                  <a:pt x="24836" y="277178"/>
                </a:lnTo>
                <a:cubicBezTo>
                  <a:pt x="18274" y="281067"/>
                  <a:pt x="10231" y="279717"/>
                  <a:pt x="4939" y="273844"/>
                </a:cubicBezTo>
                <a:cubicBezTo>
                  <a:pt x="-353" y="267970"/>
                  <a:pt x="-1552" y="258842"/>
                  <a:pt x="1976" y="251460"/>
                </a:cubicBezTo>
                <a:lnTo>
                  <a:pt x="27093" y="198120"/>
                </a:lnTo>
                <a:cubicBezTo>
                  <a:pt x="10089" y="174784"/>
                  <a:pt x="0" y="145733"/>
                  <a:pt x="0" y="114300"/>
                </a:cubicBezTo>
                <a:cubicBezTo>
                  <a:pt x="0" y="37147"/>
                  <a:pt x="60678" y="-25400"/>
                  <a:pt x="135467" y="-25400"/>
                </a:cubicBezTo>
                <a:cubicBezTo>
                  <a:pt x="210256" y="-25400"/>
                  <a:pt x="270933" y="37147"/>
                  <a:pt x="270933" y="114300"/>
                </a:cubicBezTo>
                <a:close/>
                <a:moveTo>
                  <a:pt x="270933" y="406400"/>
                </a:moveTo>
                <a:cubicBezTo>
                  <a:pt x="204541" y="406400"/>
                  <a:pt x="149296" y="357108"/>
                  <a:pt x="137724" y="292100"/>
                </a:cubicBezTo>
                <a:cubicBezTo>
                  <a:pt x="222391" y="290909"/>
                  <a:pt x="295981" y="223123"/>
                  <a:pt x="304094" y="131207"/>
                </a:cubicBezTo>
                <a:cubicBezTo>
                  <a:pt x="362867" y="146447"/>
                  <a:pt x="406400" y="201295"/>
                  <a:pt x="406400" y="266700"/>
                </a:cubicBezTo>
                <a:cubicBezTo>
                  <a:pt x="406400" y="298133"/>
                  <a:pt x="396311" y="327184"/>
                  <a:pt x="379307" y="350520"/>
                </a:cubicBezTo>
                <a:lnTo>
                  <a:pt x="404424" y="403860"/>
                </a:lnTo>
                <a:cubicBezTo>
                  <a:pt x="407882" y="411242"/>
                  <a:pt x="406682" y="420291"/>
                  <a:pt x="401461" y="426244"/>
                </a:cubicBezTo>
                <a:cubicBezTo>
                  <a:pt x="396240" y="432197"/>
                  <a:pt x="388126" y="433546"/>
                  <a:pt x="381564" y="429578"/>
                </a:cubicBezTo>
                <a:lnTo>
                  <a:pt x="323991" y="395288"/>
                </a:lnTo>
                <a:cubicBezTo>
                  <a:pt x="307693" y="402431"/>
                  <a:pt x="289772" y="406400"/>
                  <a:pt x="270933" y="406400"/>
                </a:cubicBez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8" name="Text 5"/>
          <p:cNvSpPr/>
          <p:nvPr/>
        </p:nvSpPr>
        <p:spPr>
          <a:xfrm>
            <a:off x="1549400" y="2222500"/>
            <a:ext cx="2476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Communication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16000" y="2730500"/>
            <a:ext cx="298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Written and verbal workplace communication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08500" y="1968500"/>
            <a:ext cx="34925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62500" y="222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177800"/>
                </a:moveTo>
                <a:cubicBezTo>
                  <a:pt x="239648" y="177800"/>
                  <a:pt x="269240" y="140811"/>
                  <a:pt x="269240" y="95250"/>
                </a:cubicBezTo>
                <a:cubicBezTo>
                  <a:pt x="269240" y="49689"/>
                  <a:pt x="239648" y="12700"/>
                  <a:pt x="203200" y="12700"/>
                </a:cubicBezTo>
                <a:cubicBezTo>
                  <a:pt x="166752" y="12700"/>
                  <a:pt x="137160" y="49689"/>
                  <a:pt x="137160" y="95250"/>
                </a:cubicBezTo>
                <a:cubicBezTo>
                  <a:pt x="137160" y="140811"/>
                  <a:pt x="166752" y="177800"/>
                  <a:pt x="203200" y="177800"/>
                </a:cubicBezTo>
                <a:close/>
                <a:moveTo>
                  <a:pt x="60960" y="184150"/>
                </a:moveTo>
                <a:cubicBezTo>
                  <a:pt x="86194" y="184150"/>
                  <a:pt x="106680" y="158542"/>
                  <a:pt x="106680" y="127000"/>
                </a:cubicBezTo>
                <a:cubicBezTo>
                  <a:pt x="106680" y="95458"/>
                  <a:pt x="86194" y="69850"/>
                  <a:pt x="60960" y="69850"/>
                </a:cubicBezTo>
                <a:cubicBezTo>
                  <a:pt x="35726" y="69850"/>
                  <a:pt x="15240" y="95458"/>
                  <a:pt x="15240" y="127000"/>
                </a:cubicBezTo>
                <a:cubicBezTo>
                  <a:pt x="15240" y="158542"/>
                  <a:pt x="35726" y="184150"/>
                  <a:pt x="60960" y="184150"/>
                </a:cubicBezTo>
                <a:close/>
                <a:moveTo>
                  <a:pt x="0" y="330200"/>
                </a:moveTo>
                <a:lnTo>
                  <a:pt x="0" y="355600"/>
                </a:lnTo>
                <a:cubicBezTo>
                  <a:pt x="0" y="369649"/>
                  <a:pt x="9081" y="381000"/>
                  <a:pt x="20320" y="381000"/>
                </a:cubicBezTo>
                <a:lnTo>
                  <a:pt x="75375" y="381000"/>
                </a:lnTo>
                <a:cubicBezTo>
                  <a:pt x="72644" y="373221"/>
                  <a:pt x="71120" y="364649"/>
                  <a:pt x="71120" y="355600"/>
                </a:cubicBezTo>
                <a:lnTo>
                  <a:pt x="71120" y="342900"/>
                </a:lnTo>
                <a:cubicBezTo>
                  <a:pt x="71120" y="300673"/>
                  <a:pt x="83820" y="262096"/>
                  <a:pt x="104712" y="232886"/>
                </a:cubicBezTo>
                <a:cubicBezTo>
                  <a:pt x="97282" y="230108"/>
                  <a:pt x="89408" y="228600"/>
                  <a:pt x="81280" y="228600"/>
                </a:cubicBezTo>
                <a:cubicBezTo>
                  <a:pt x="36386" y="228600"/>
                  <a:pt x="0" y="274082"/>
                  <a:pt x="0" y="330200"/>
                </a:cubicBezTo>
                <a:close/>
                <a:moveTo>
                  <a:pt x="391160" y="127000"/>
                </a:moveTo>
                <a:cubicBezTo>
                  <a:pt x="391160" y="95458"/>
                  <a:pt x="370674" y="69850"/>
                  <a:pt x="345440" y="69850"/>
                </a:cubicBezTo>
                <a:cubicBezTo>
                  <a:pt x="320206" y="69850"/>
                  <a:pt x="299720" y="95458"/>
                  <a:pt x="299720" y="127000"/>
                </a:cubicBezTo>
                <a:cubicBezTo>
                  <a:pt x="299720" y="158542"/>
                  <a:pt x="320206" y="184150"/>
                  <a:pt x="345440" y="184150"/>
                </a:cubicBezTo>
                <a:cubicBezTo>
                  <a:pt x="370674" y="184150"/>
                  <a:pt x="391160" y="158542"/>
                  <a:pt x="391160" y="127000"/>
                </a:cubicBezTo>
                <a:close/>
                <a:moveTo>
                  <a:pt x="101600" y="342900"/>
                </a:moveTo>
                <a:lnTo>
                  <a:pt x="101600" y="355600"/>
                </a:lnTo>
                <a:cubicBezTo>
                  <a:pt x="101600" y="369649"/>
                  <a:pt x="110681" y="381000"/>
                  <a:pt x="121920" y="381000"/>
                </a:cubicBezTo>
                <a:lnTo>
                  <a:pt x="221488" y="381000"/>
                </a:lnTo>
                <a:cubicBezTo>
                  <a:pt x="216980" y="363855"/>
                  <a:pt x="217488" y="345758"/>
                  <a:pt x="228283" y="330200"/>
                </a:cubicBezTo>
                <a:cubicBezTo>
                  <a:pt x="219392" y="317341"/>
                  <a:pt x="215265" y="298688"/>
                  <a:pt x="221044" y="279956"/>
                </a:cubicBezTo>
                <a:cubicBezTo>
                  <a:pt x="225235" y="266382"/>
                  <a:pt x="231140" y="253682"/>
                  <a:pt x="238443" y="242411"/>
                </a:cubicBezTo>
                <a:cubicBezTo>
                  <a:pt x="241872" y="237172"/>
                  <a:pt x="245809" y="233124"/>
                  <a:pt x="250063" y="230188"/>
                </a:cubicBezTo>
                <a:cubicBezTo>
                  <a:pt x="236030" y="221059"/>
                  <a:pt x="220091" y="215900"/>
                  <a:pt x="203200" y="215900"/>
                </a:cubicBezTo>
                <a:cubicBezTo>
                  <a:pt x="147066" y="215900"/>
                  <a:pt x="101600" y="272733"/>
                  <a:pt x="101600" y="342900"/>
                </a:cubicBezTo>
                <a:close/>
                <a:moveTo>
                  <a:pt x="396621" y="307896"/>
                </a:moveTo>
                <a:cubicBezTo>
                  <a:pt x="400622" y="305038"/>
                  <a:pt x="402654" y="299085"/>
                  <a:pt x="400939" y="293608"/>
                </a:cubicBezTo>
                <a:cubicBezTo>
                  <a:pt x="397891" y="283766"/>
                  <a:pt x="393637" y="274479"/>
                  <a:pt x="388303" y="266303"/>
                </a:cubicBezTo>
                <a:cubicBezTo>
                  <a:pt x="385382" y="261779"/>
                  <a:pt x="380238" y="260985"/>
                  <a:pt x="376238" y="263922"/>
                </a:cubicBezTo>
                <a:cubicBezTo>
                  <a:pt x="362395" y="273923"/>
                  <a:pt x="345377" y="261699"/>
                  <a:pt x="345377" y="241618"/>
                </a:cubicBezTo>
                <a:cubicBezTo>
                  <a:pt x="345377" y="235823"/>
                  <a:pt x="342265" y="230664"/>
                  <a:pt x="337693" y="229791"/>
                </a:cubicBezTo>
                <a:cubicBezTo>
                  <a:pt x="329502" y="228203"/>
                  <a:pt x="320675" y="228203"/>
                  <a:pt x="312484" y="229791"/>
                </a:cubicBezTo>
                <a:cubicBezTo>
                  <a:pt x="307912" y="230664"/>
                  <a:pt x="304800" y="235823"/>
                  <a:pt x="304800" y="241618"/>
                </a:cubicBezTo>
                <a:cubicBezTo>
                  <a:pt x="304800" y="261620"/>
                  <a:pt x="287782" y="273923"/>
                  <a:pt x="273939" y="263922"/>
                </a:cubicBezTo>
                <a:cubicBezTo>
                  <a:pt x="269938" y="261064"/>
                  <a:pt x="264795" y="261858"/>
                  <a:pt x="261874" y="266303"/>
                </a:cubicBezTo>
                <a:cubicBezTo>
                  <a:pt x="256540" y="274479"/>
                  <a:pt x="252285" y="283766"/>
                  <a:pt x="249237" y="293608"/>
                </a:cubicBezTo>
                <a:cubicBezTo>
                  <a:pt x="247586" y="299006"/>
                  <a:pt x="249555" y="304959"/>
                  <a:pt x="253556" y="307816"/>
                </a:cubicBezTo>
                <a:cubicBezTo>
                  <a:pt x="267462" y="317818"/>
                  <a:pt x="267462" y="342344"/>
                  <a:pt x="253556" y="352425"/>
                </a:cubicBezTo>
                <a:cubicBezTo>
                  <a:pt x="249555" y="355282"/>
                  <a:pt x="247523" y="361236"/>
                  <a:pt x="249237" y="366633"/>
                </a:cubicBezTo>
                <a:cubicBezTo>
                  <a:pt x="252286" y="376476"/>
                  <a:pt x="256540" y="385762"/>
                  <a:pt x="261874" y="393938"/>
                </a:cubicBezTo>
                <a:cubicBezTo>
                  <a:pt x="264795" y="398462"/>
                  <a:pt x="269938" y="399256"/>
                  <a:pt x="273939" y="396319"/>
                </a:cubicBezTo>
                <a:cubicBezTo>
                  <a:pt x="287782" y="386318"/>
                  <a:pt x="304800" y="398621"/>
                  <a:pt x="304800" y="418624"/>
                </a:cubicBezTo>
                <a:cubicBezTo>
                  <a:pt x="304800" y="424418"/>
                  <a:pt x="307911" y="429577"/>
                  <a:pt x="312484" y="430451"/>
                </a:cubicBezTo>
                <a:cubicBezTo>
                  <a:pt x="320675" y="432038"/>
                  <a:pt x="329502" y="432038"/>
                  <a:pt x="337693" y="430451"/>
                </a:cubicBezTo>
                <a:cubicBezTo>
                  <a:pt x="342265" y="429577"/>
                  <a:pt x="345377" y="424418"/>
                  <a:pt x="345377" y="418624"/>
                </a:cubicBezTo>
                <a:cubicBezTo>
                  <a:pt x="345377" y="398621"/>
                  <a:pt x="362395" y="386318"/>
                  <a:pt x="376238" y="396319"/>
                </a:cubicBezTo>
                <a:cubicBezTo>
                  <a:pt x="380238" y="399177"/>
                  <a:pt x="385382" y="398383"/>
                  <a:pt x="388303" y="393938"/>
                </a:cubicBezTo>
                <a:cubicBezTo>
                  <a:pt x="393637" y="385762"/>
                  <a:pt x="397891" y="376476"/>
                  <a:pt x="400939" y="366633"/>
                </a:cubicBezTo>
                <a:cubicBezTo>
                  <a:pt x="402590" y="361236"/>
                  <a:pt x="400622" y="355282"/>
                  <a:pt x="396621" y="352425"/>
                </a:cubicBezTo>
                <a:cubicBezTo>
                  <a:pt x="382715" y="342424"/>
                  <a:pt x="382715" y="317897"/>
                  <a:pt x="396621" y="307816"/>
                </a:cubicBezTo>
                <a:close/>
                <a:moveTo>
                  <a:pt x="299720" y="330200"/>
                </a:moveTo>
                <a:cubicBezTo>
                  <a:pt x="299720" y="312677"/>
                  <a:pt x="311101" y="298450"/>
                  <a:pt x="325120" y="298450"/>
                </a:cubicBezTo>
                <a:cubicBezTo>
                  <a:pt x="339139" y="298450"/>
                  <a:pt x="350520" y="312677"/>
                  <a:pt x="350520" y="330200"/>
                </a:cubicBezTo>
                <a:cubicBezTo>
                  <a:pt x="350520" y="347723"/>
                  <a:pt x="339139" y="361950"/>
                  <a:pt x="325120" y="361950"/>
                </a:cubicBezTo>
                <a:cubicBezTo>
                  <a:pt x="311101" y="361950"/>
                  <a:pt x="299720" y="347723"/>
                  <a:pt x="299720" y="330200"/>
                </a:cubicBez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2" name="Text 9"/>
          <p:cNvSpPr/>
          <p:nvPr/>
        </p:nvSpPr>
        <p:spPr>
          <a:xfrm>
            <a:off x="5295900" y="2222500"/>
            <a:ext cx="2476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Leadership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762500" y="2730500"/>
            <a:ext cx="298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management and people skills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255000" y="1968500"/>
            <a:ext cx="34925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509000" y="222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43840" y="25400"/>
                </a:moveTo>
                <a:lnTo>
                  <a:pt x="325120" y="25400"/>
                </a:lnTo>
                <a:cubicBezTo>
                  <a:pt x="336360" y="25400"/>
                  <a:pt x="345440" y="36751"/>
                  <a:pt x="345440" y="50800"/>
                </a:cubicBezTo>
                <a:cubicBezTo>
                  <a:pt x="345440" y="64849"/>
                  <a:pt x="336360" y="76200"/>
                  <a:pt x="325120" y="76200"/>
                </a:cubicBezTo>
                <a:lnTo>
                  <a:pt x="252984" y="76200"/>
                </a:lnTo>
                <a:cubicBezTo>
                  <a:pt x="249682" y="96679"/>
                  <a:pt x="238443" y="113586"/>
                  <a:pt x="223520" y="121682"/>
                </a:cubicBezTo>
                <a:lnTo>
                  <a:pt x="223520" y="355600"/>
                </a:lnTo>
                <a:lnTo>
                  <a:pt x="325120" y="355600"/>
                </a:lnTo>
                <a:cubicBezTo>
                  <a:pt x="336360" y="355600"/>
                  <a:pt x="345440" y="366951"/>
                  <a:pt x="345440" y="381000"/>
                </a:cubicBezTo>
                <a:cubicBezTo>
                  <a:pt x="345440" y="395049"/>
                  <a:pt x="336360" y="406400"/>
                  <a:pt x="325120" y="406400"/>
                </a:cubicBezTo>
                <a:lnTo>
                  <a:pt x="81280" y="406400"/>
                </a:lnTo>
                <a:cubicBezTo>
                  <a:pt x="70041" y="406400"/>
                  <a:pt x="60960" y="395049"/>
                  <a:pt x="60960" y="381000"/>
                </a:cubicBezTo>
                <a:cubicBezTo>
                  <a:pt x="60960" y="366951"/>
                  <a:pt x="70041" y="355600"/>
                  <a:pt x="81280" y="355600"/>
                </a:cubicBezTo>
                <a:lnTo>
                  <a:pt x="182880" y="355600"/>
                </a:lnTo>
                <a:lnTo>
                  <a:pt x="182880" y="121682"/>
                </a:lnTo>
                <a:cubicBezTo>
                  <a:pt x="167958" y="113506"/>
                  <a:pt x="156718" y="96599"/>
                  <a:pt x="153416" y="76200"/>
                </a:cubicBezTo>
                <a:lnTo>
                  <a:pt x="81280" y="76200"/>
                </a:lnTo>
                <a:cubicBezTo>
                  <a:pt x="70041" y="76200"/>
                  <a:pt x="60960" y="64849"/>
                  <a:pt x="60960" y="50800"/>
                </a:cubicBezTo>
                <a:cubicBezTo>
                  <a:pt x="60960" y="36751"/>
                  <a:pt x="70041" y="25400"/>
                  <a:pt x="81280" y="25400"/>
                </a:cubicBezTo>
                <a:lnTo>
                  <a:pt x="162560" y="25400"/>
                </a:lnTo>
                <a:cubicBezTo>
                  <a:pt x="171831" y="10001"/>
                  <a:pt x="186563" y="0"/>
                  <a:pt x="203200" y="0"/>
                </a:cubicBezTo>
                <a:cubicBezTo>
                  <a:pt x="219837" y="0"/>
                  <a:pt x="234569" y="10001"/>
                  <a:pt x="243840" y="25400"/>
                </a:cubicBezTo>
                <a:close/>
                <a:moveTo>
                  <a:pt x="279146" y="254000"/>
                </a:moveTo>
                <a:lnTo>
                  <a:pt x="371094" y="254000"/>
                </a:lnTo>
                <a:lnTo>
                  <a:pt x="325120" y="155416"/>
                </a:lnTo>
                <a:lnTo>
                  <a:pt x="279146" y="254000"/>
                </a:lnTo>
                <a:close/>
                <a:moveTo>
                  <a:pt x="325120" y="330200"/>
                </a:moveTo>
                <a:cubicBezTo>
                  <a:pt x="285179" y="330200"/>
                  <a:pt x="251968" y="303213"/>
                  <a:pt x="245110" y="267573"/>
                </a:cubicBezTo>
                <a:cubicBezTo>
                  <a:pt x="243459" y="258842"/>
                  <a:pt x="245745" y="249873"/>
                  <a:pt x="249365" y="242094"/>
                </a:cubicBezTo>
                <a:lnTo>
                  <a:pt x="309817" y="112554"/>
                </a:lnTo>
                <a:cubicBezTo>
                  <a:pt x="312992" y="105728"/>
                  <a:pt x="318834" y="101600"/>
                  <a:pt x="325120" y="101600"/>
                </a:cubicBezTo>
                <a:cubicBezTo>
                  <a:pt x="331407" y="101600"/>
                  <a:pt x="337249" y="105807"/>
                  <a:pt x="340424" y="112554"/>
                </a:cubicBezTo>
                <a:lnTo>
                  <a:pt x="400876" y="242094"/>
                </a:lnTo>
                <a:cubicBezTo>
                  <a:pt x="404495" y="249873"/>
                  <a:pt x="406781" y="258842"/>
                  <a:pt x="405130" y="267573"/>
                </a:cubicBezTo>
                <a:cubicBezTo>
                  <a:pt x="398272" y="303133"/>
                  <a:pt x="365062" y="330200"/>
                  <a:pt x="325120" y="330200"/>
                </a:cubicBezTo>
                <a:close/>
                <a:moveTo>
                  <a:pt x="80518" y="155416"/>
                </a:moveTo>
                <a:lnTo>
                  <a:pt x="34544" y="254000"/>
                </a:lnTo>
                <a:lnTo>
                  <a:pt x="126556" y="254000"/>
                </a:lnTo>
                <a:lnTo>
                  <a:pt x="80518" y="155416"/>
                </a:lnTo>
                <a:close/>
                <a:moveTo>
                  <a:pt x="572" y="267573"/>
                </a:moveTo>
                <a:cubicBezTo>
                  <a:pt x="-1080" y="258842"/>
                  <a:pt x="1207" y="249873"/>
                  <a:pt x="4826" y="242094"/>
                </a:cubicBezTo>
                <a:lnTo>
                  <a:pt x="65278" y="112554"/>
                </a:lnTo>
                <a:cubicBezTo>
                  <a:pt x="68453" y="105728"/>
                  <a:pt x="74295" y="101600"/>
                  <a:pt x="80582" y="101600"/>
                </a:cubicBezTo>
                <a:cubicBezTo>
                  <a:pt x="86868" y="101600"/>
                  <a:pt x="92710" y="105807"/>
                  <a:pt x="95885" y="112554"/>
                </a:cubicBezTo>
                <a:lnTo>
                  <a:pt x="156337" y="242094"/>
                </a:lnTo>
                <a:cubicBezTo>
                  <a:pt x="159957" y="249873"/>
                  <a:pt x="162243" y="258842"/>
                  <a:pt x="160592" y="267573"/>
                </a:cubicBezTo>
                <a:cubicBezTo>
                  <a:pt x="153733" y="303133"/>
                  <a:pt x="120523" y="330200"/>
                  <a:pt x="80582" y="330200"/>
                </a:cubicBezTo>
                <a:cubicBezTo>
                  <a:pt x="40640" y="330200"/>
                  <a:pt x="7429" y="303213"/>
                  <a:pt x="572" y="267573"/>
                </a:cubicBez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6" name="Text 13"/>
          <p:cNvSpPr/>
          <p:nvPr/>
        </p:nvSpPr>
        <p:spPr>
          <a:xfrm>
            <a:off x="9042400" y="2222500"/>
            <a:ext cx="2476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Professional Ethics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509000" y="2730500"/>
            <a:ext cx="298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Workplace conduct and integrity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2001500" y="1968500"/>
            <a:ext cx="34925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2255500" y="222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50800"/>
                </a:moveTo>
                <a:cubicBezTo>
                  <a:pt x="0" y="22781"/>
                  <a:pt x="30374" y="0"/>
                  <a:pt x="67733" y="0"/>
                </a:cubicBezTo>
                <a:lnTo>
                  <a:pt x="225954" y="0"/>
                </a:lnTo>
                <a:cubicBezTo>
                  <a:pt x="243946" y="0"/>
                  <a:pt x="261197" y="5318"/>
                  <a:pt x="273897" y="14843"/>
                </a:cubicBezTo>
                <a:lnTo>
                  <a:pt x="386609" y="99457"/>
                </a:lnTo>
                <a:cubicBezTo>
                  <a:pt x="399309" y="108982"/>
                  <a:pt x="406400" y="121920"/>
                  <a:pt x="406400" y="135414"/>
                </a:cubicBezTo>
                <a:lnTo>
                  <a:pt x="406400" y="355600"/>
                </a:lnTo>
                <a:cubicBezTo>
                  <a:pt x="406400" y="383619"/>
                  <a:pt x="376026" y="406400"/>
                  <a:pt x="338667" y="406400"/>
                </a:cubicBezTo>
                <a:lnTo>
                  <a:pt x="67733" y="406400"/>
                </a:lnTo>
                <a:cubicBezTo>
                  <a:pt x="30374" y="406400"/>
                  <a:pt x="0" y="383619"/>
                  <a:pt x="0" y="355600"/>
                </a:cubicBezTo>
                <a:lnTo>
                  <a:pt x="0" y="50800"/>
                </a:lnTo>
                <a:close/>
                <a:moveTo>
                  <a:pt x="220133" y="46434"/>
                </a:moveTo>
                <a:lnTo>
                  <a:pt x="220133" y="120650"/>
                </a:lnTo>
                <a:cubicBezTo>
                  <a:pt x="220133" y="131207"/>
                  <a:pt x="231457" y="139700"/>
                  <a:pt x="245533" y="139700"/>
                </a:cubicBezTo>
                <a:lnTo>
                  <a:pt x="344487" y="139700"/>
                </a:lnTo>
                <a:lnTo>
                  <a:pt x="220133" y="46434"/>
                </a:lnTo>
                <a:close/>
                <a:moveTo>
                  <a:pt x="127000" y="203200"/>
                </a:moveTo>
                <a:cubicBezTo>
                  <a:pt x="112924" y="203200"/>
                  <a:pt x="101600" y="211693"/>
                  <a:pt x="101600" y="222250"/>
                </a:cubicBezTo>
                <a:cubicBezTo>
                  <a:pt x="101600" y="232807"/>
                  <a:pt x="112924" y="241300"/>
                  <a:pt x="127000" y="241300"/>
                </a:cubicBezTo>
                <a:lnTo>
                  <a:pt x="279400" y="241300"/>
                </a:lnTo>
                <a:cubicBezTo>
                  <a:pt x="293476" y="241300"/>
                  <a:pt x="304800" y="232807"/>
                  <a:pt x="304800" y="222250"/>
                </a:cubicBezTo>
                <a:cubicBezTo>
                  <a:pt x="304800" y="211693"/>
                  <a:pt x="293476" y="203200"/>
                  <a:pt x="279400" y="203200"/>
                </a:cubicBezTo>
                <a:lnTo>
                  <a:pt x="127000" y="203200"/>
                </a:lnTo>
                <a:close/>
                <a:moveTo>
                  <a:pt x="127000" y="279400"/>
                </a:moveTo>
                <a:cubicBezTo>
                  <a:pt x="112924" y="279400"/>
                  <a:pt x="101600" y="287893"/>
                  <a:pt x="101600" y="298450"/>
                </a:cubicBezTo>
                <a:cubicBezTo>
                  <a:pt x="101600" y="309007"/>
                  <a:pt x="112924" y="317500"/>
                  <a:pt x="127000" y="317500"/>
                </a:cubicBezTo>
                <a:lnTo>
                  <a:pt x="279400" y="317500"/>
                </a:lnTo>
                <a:cubicBezTo>
                  <a:pt x="293476" y="317500"/>
                  <a:pt x="304800" y="309007"/>
                  <a:pt x="304800" y="298450"/>
                </a:cubicBezTo>
                <a:cubicBezTo>
                  <a:pt x="304800" y="287893"/>
                  <a:pt x="293476" y="279400"/>
                  <a:pt x="279400" y="279400"/>
                </a:cubicBezTo>
                <a:lnTo>
                  <a:pt x="127000" y="279400"/>
                </a:ln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20" name="Text 17"/>
          <p:cNvSpPr/>
          <p:nvPr/>
        </p:nvSpPr>
        <p:spPr>
          <a:xfrm>
            <a:off x="12788900" y="2222500"/>
            <a:ext cx="2476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Report Writing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2255500" y="2730500"/>
            <a:ext cx="298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documentation skills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62000" y="3683000"/>
            <a:ext cx="34925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016000" y="3937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21920" y="63500"/>
                </a:moveTo>
                <a:cubicBezTo>
                  <a:pt x="141546" y="63500"/>
                  <a:pt x="157480" y="43583"/>
                  <a:pt x="157480" y="19050"/>
                </a:cubicBezTo>
                <a:cubicBezTo>
                  <a:pt x="157480" y="-5483"/>
                  <a:pt x="141546" y="-25400"/>
                  <a:pt x="121920" y="-25400"/>
                </a:cubicBezTo>
                <a:cubicBezTo>
                  <a:pt x="102294" y="-25400"/>
                  <a:pt x="86360" y="-5483"/>
                  <a:pt x="86360" y="19050"/>
                </a:cubicBezTo>
                <a:cubicBezTo>
                  <a:pt x="86360" y="43583"/>
                  <a:pt x="102294" y="63500"/>
                  <a:pt x="121920" y="63500"/>
                </a:cubicBezTo>
                <a:close/>
                <a:moveTo>
                  <a:pt x="111760" y="406400"/>
                </a:moveTo>
                <a:lnTo>
                  <a:pt x="111760" y="279400"/>
                </a:lnTo>
                <a:cubicBezTo>
                  <a:pt x="111760" y="272415"/>
                  <a:pt x="116332" y="266700"/>
                  <a:pt x="121920" y="266700"/>
                </a:cubicBezTo>
                <a:cubicBezTo>
                  <a:pt x="127508" y="266700"/>
                  <a:pt x="132080" y="272415"/>
                  <a:pt x="132080" y="279400"/>
                </a:cubicBezTo>
                <a:lnTo>
                  <a:pt x="132080" y="406400"/>
                </a:lnTo>
                <a:cubicBezTo>
                  <a:pt x="132080" y="420449"/>
                  <a:pt x="141161" y="431800"/>
                  <a:pt x="152400" y="431800"/>
                </a:cubicBezTo>
                <a:cubicBezTo>
                  <a:pt x="163640" y="431800"/>
                  <a:pt x="172720" y="420449"/>
                  <a:pt x="172720" y="406400"/>
                </a:cubicBezTo>
                <a:lnTo>
                  <a:pt x="172720" y="139700"/>
                </a:lnTo>
                <a:lnTo>
                  <a:pt x="254000" y="139700"/>
                </a:lnTo>
                <a:cubicBezTo>
                  <a:pt x="265240" y="139700"/>
                  <a:pt x="274320" y="128349"/>
                  <a:pt x="274320" y="114300"/>
                </a:cubicBezTo>
                <a:cubicBezTo>
                  <a:pt x="274320" y="100251"/>
                  <a:pt x="265240" y="88900"/>
                  <a:pt x="254000" y="88900"/>
                </a:cubicBezTo>
                <a:lnTo>
                  <a:pt x="243840" y="88900"/>
                </a:lnTo>
                <a:lnTo>
                  <a:pt x="243840" y="50800"/>
                </a:lnTo>
                <a:lnTo>
                  <a:pt x="365760" y="50800"/>
                </a:lnTo>
                <a:lnTo>
                  <a:pt x="365760" y="203200"/>
                </a:lnTo>
                <a:lnTo>
                  <a:pt x="243840" y="203200"/>
                </a:lnTo>
                <a:lnTo>
                  <a:pt x="243840" y="177800"/>
                </a:lnTo>
                <a:lnTo>
                  <a:pt x="203200" y="177800"/>
                </a:lnTo>
                <a:lnTo>
                  <a:pt x="203200" y="215900"/>
                </a:lnTo>
                <a:cubicBezTo>
                  <a:pt x="203200" y="236934"/>
                  <a:pt x="216853" y="254000"/>
                  <a:pt x="233680" y="254000"/>
                </a:cubicBezTo>
                <a:lnTo>
                  <a:pt x="375920" y="254000"/>
                </a:lnTo>
                <a:cubicBezTo>
                  <a:pt x="392748" y="254000"/>
                  <a:pt x="406400" y="236934"/>
                  <a:pt x="406400" y="215900"/>
                </a:cubicBezTo>
                <a:lnTo>
                  <a:pt x="406400" y="38100"/>
                </a:lnTo>
                <a:cubicBezTo>
                  <a:pt x="406400" y="17066"/>
                  <a:pt x="392748" y="0"/>
                  <a:pt x="375920" y="0"/>
                </a:cubicBezTo>
                <a:lnTo>
                  <a:pt x="233680" y="0"/>
                </a:lnTo>
                <a:cubicBezTo>
                  <a:pt x="216853" y="0"/>
                  <a:pt x="203200" y="17066"/>
                  <a:pt x="203200" y="38100"/>
                </a:cubicBezTo>
                <a:lnTo>
                  <a:pt x="203200" y="88900"/>
                </a:lnTo>
                <a:lnTo>
                  <a:pt x="125286" y="88900"/>
                </a:lnTo>
                <a:cubicBezTo>
                  <a:pt x="96330" y="88900"/>
                  <a:pt x="69088" y="106045"/>
                  <a:pt x="51880" y="135096"/>
                </a:cubicBezTo>
                <a:lnTo>
                  <a:pt x="9081" y="207089"/>
                </a:lnTo>
                <a:cubicBezTo>
                  <a:pt x="2413" y="218361"/>
                  <a:pt x="4255" y="234236"/>
                  <a:pt x="13272" y="242649"/>
                </a:cubicBezTo>
                <a:cubicBezTo>
                  <a:pt x="22288" y="251063"/>
                  <a:pt x="34989" y="248682"/>
                  <a:pt x="41720" y="237411"/>
                </a:cubicBezTo>
                <a:lnTo>
                  <a:pt x="71120" y="187881"/>
                </a:lnTo>
                <a:lnTo>
                  <a:pt x="71120" y="406400"/>
                </a:lnTo>
                <a:cubicBezTo>
                  <a:pt x="71120" y="420449"/>
                  <a:pt x="80201" y="431800"/>
                  <a:pt x="91440" y="431800"/>
                </a:cubicBezTo>
                <a:cubicBezTo>
                  <a:pt x="102680" y="431800"/>
                  <a:pt x="111760" y="420449"/>
                  <a:pt x="111760" y="406400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24" name="Text 21"/>
          <p:cNvSpPr/>
          <p:nvPr/>
        </p:nvSpPr>
        <p:spPr>
          <a:xfrm>
            <a:off x="1549400" y="3937000"/>
            <a:ext cx="2476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Presentation Skills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016000" y="4445000"/>
            <a:ext cx="298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Confident public speaking and delivery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08500" y="3683000"/>
            <a:ext cx="34925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62500" y="3937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ubicBezTo>
                  <a:pt x="0" y="91051"/>
                  <a:pt x="91051" y="0"/>
                  <a:pt x="203200" y="0"/>
                </a:cubicBezTo>
                <a:close/>
                <a:moveTo>
                  <a:pt x="184150" y="95250"/>
                </a:moveTo>
                <a:lnTo>
                  <a:pt x="184150" y="203200"/>
                </a:lnTo>
                <a:cubicBezTo>
                  <a:pt x="184150" y="209550"/>
                  <a:pt x="187325" y="215503"/>
                  <a:pt x="192643" y="219075"/>
                </a:cubicBezTo>
                <a:lnTo>
                  <a:pt x="268843" y="269875"/>
                </a:lnTo>
                <a:cubicBezTo>
                  <a:pt x="277574" y="275749"/>
                  <a:pt x="289401" y="273368"/>
                  <a:pt x="295275" y="264557"/>
                </a:cubicBezTo>
                <a:cubicBezTo>
                  <a:pt x="301149" y="255746"/>
                  <a:pt x="298768" y="243999"/>
                  <a:pt x="289957" y="238125"/>
                </a:cubicBezTo>
                <a:lnTo>
                  <a:pt x="222250" y="193040"/>
                </a:lnTo>
                <a:lnTo>
                  <a:pt x="222250" y="95250"/>
                </a:lnTo>
                <a:cubicBezTo>
                  <a:pt x="222250" y="84693"/>
                  <a:pt x="213757" y="76200"/>
                  <a:pt x="203200" y="76200"/>
                </a:cubicBezTo>
                <a:cubicBezTo>
                  <a:pt x="192643" y="76200"/>
                  <a:pt x="184150" y="84693"/>
                  <a:pt x="184150" y="95250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28" name="Text 25"/>
          <p:cNvSpPr/>
          <p:nvPr/>
        </p:nvSpPr>
        <p:spPr>
          <a:xfrm>
            <a:off x="5295900" y="3937000"/>
            <a:ext cx="2476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Management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762500" y="4445000"/>
            <a:ext cx="298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Prioritization and productivity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8255000" y="3683000"/>
            <a:ext cx="34925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8509000" y="3937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95250" y="44450"/>
                </a:moveTo>
                <a:cubicBezTo>
                  <a:pt x="95250" y="19923"/>
                  <a:pt x="115173" y="0"/>
                  <a:pt x="139700" y="0"/>
                </a:cubicBezTo>
                <a:lnTo>
                  <a:pt x="158750" y="0"/>
                </a:lnTo>
                <a:cubicBezTo>
                  <a:pt x="172799" y="0"/>
                  <a:pt x="184150" y="11351"/>
                  <a:pt x="184150" y="25400"/>
                </a:cubicBezTo>
                <a:lnTo>
                  <a:pt x="184150" y="381000"/>
                </a:lnTo>
                <a:cubicBezTo>
                  <a:pt x="184150" y="395049"/>
                  <a:pt x="172799" y="406400"/>
                  <a:pt x="158750" y="406400"/>
                </a:cubicBezTo>
                <a:lnTo>
                  <a:pt x="133350" y="406400"/>
                </a:lnTo>
                <a:cubicBezTo>
                  <a:pt x="109696" y="406400"/>
                  <a:pt x="89773" y="390208"/>
                  <a:pt x="84138" y="368300"/>
                </a:cubicBezTo>
                <a:cubicBezTo>
                  <a:pt x="83582" y="368300"/>
                  <a:pt x="83106" y="368300"/>
                  <a:pt x="82550" y="368300"/>
                </a:cubicBezTo>
                <a:cubicBezTo>
                  <a:pt x="47466" y="368300"/>
                  <a:pt x="19050" y="339884"/>
                  <a:pt x="19050" y="304800"/>
                </a:cubicBezTo>
                <a:cubicBezTo>
                  <a:pt x="19050" y="290513"/>
                  <a:pt x="23813" y="277336"/>
                  <a:pt x="31750" y="266700"/>
                </a:cubicBezTo>
                <a:cubicBezTo>
                  <a:pt x="16351" y="255111"/>
                  <a:pt x="6350" y="236696"/>
                  <a:pt x="6350" y="215900"/>
                </a:cubicBezTo>
                <a:cubicBezTo>
                  <a:pt x="6350" y="191373"/>
                  <a:pt x="20320" y="170021"/>
                  <a:pt x="40640" y="159464"/>
                </a:cubicBezTo>
                <a:cubicBezTo>
                  <a:pt x="35004" y="149939"/>
                  <a:pt x="31750" y="138827"/>
                  <a:pt x="31750" y="127000"/>
                </a:cubicBezTo>
                <a:cubicBezTo>
                  <a:pt x="31750" y="91916"/>
                  <a:pt x="60166" y="63500"/>
                  <a:pt x="95250" y="63500"/>
                </a:cubicBezTo>
                <a:lnTo>
                  <a:pt x="95250" y="44450"/>
                </a:lnTo>
                <a:close/>
                <a:moveTo>
                  <a:pt x="311150" y="44450"/>
                </a:moveTo>
                <a:lnTo>
                  <a:pt x="311150" y="63500"/>
                </a:lnTo>
                <a:cubicBezTo>
                  <a:pt x="346234" y="63500"/>
                  <a:pt x="374650" y="91916"/>
                  <a:pt x="374650" y="127000"/>
                </a:cubicBezTo>
                <a:cubicBezTo>
                  <a:pt x="374650" y="138906"/>
                  <a:pt x="371396" y="150019"/>
                  <a:pt x="365760" y="159464"/>
                </a:cubicBezTo>
                <a:cubicBezTo>
                  <a:pt x="386159" y="170021"/>
                  <a:pt x="400050" y="191294"/>
                  <a:pt x="400050" y="215900"/>
                </a:cubicBezTo>
                <a:cubicBezTo>
                  <a:pt x="400050" y="236696"/>
                  <a:pt x="390049" y="255111"/>
                  <a:pt x="374650" y="266700"/>
                </a:cubicBezTo>
                <a:cubicBezTo>
                  <a:pt x="382588" y="277336"/>
                  <a:pt x="387350" y="290513"/>
                  <a:pt x="387350" y="304800"/>
                </a:cubicBezTo>
                <a:cubicBezTo>
                  <a:pt x="387350" y="339884"/>
                  <a:pt x="358934" y="368300"/>
                  <a:pt x="323850" y="368300"/>
                </a:cubicBezTo>
                <a:cubicBezTo>
                  <a:pt x="323294" y="368300"/>
                  <a:pt x="322818" y="368300"/>
                  <a:pt x="322263" y="368300"/>
                </a:cubicBezTo>
                <a:cubicBezTo>
                  <a:pt x="316627" y="390208"/>
                  <a:pt x="296704" y="406400"/>
                  <a:pt x="273050" y="406400"/>
                </a:cubicBezTo>
                <a:lnTo>
                  <a:pt x="247650" y="406400"/>
                </a:lnTo>
                <a:cubicBezTo>
                  <a:pt x="233601" y="406400"/>
                  <a:pt x="222250" y="395049"/>
                  <a:pt x="222250" y="381000"/>
                </a:cubicBezTo>
                <a:lnTo>
                  <a:pt x="222250" y="25400"/>
                </a:lnTo>
                <a:cubicBezTo>
                  <a:pt x="222250" y="11351"/>
                  <a:pt x="233601" y="0"/>
                  <a:pt x="247650" y="0"/>
                </a:cubicBezTo>
                <a:lnTo>
                  <a:pt x="266700" y="0"/>
                </a:lnTo>
                <a:cubicBezTo>
                  <a:pt x="291227" y="0"/>
                  <a:pt x="311150" y="19923"/>
                  <a:pt x="311150" y="44450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32" name="Text 29"/>
          <p:cNvSpPr/>
          <p:nvPr/>
        </p:nvSpPr>
        <p:spPr>
          <a:xfrm>
            <a:off x="9042400" y="3937000"/>
            <a:ext cx="2476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Thinking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8509000" y="4445000"/>
            <a:ext cx="298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Analytical reasoning and decision making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12001500" y="3683000"/>
            <a:ext cx="3492500" cy="1397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12255500" y="3937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77800" y="0"/>
                </a:moveTo>
                <a:cubicBezTo>
                  <a:pt x="205819" y="0"/>
                  <a:pt x="228600" y="17066"/>
                  <a:pt x="228600" y="38100"/>
                </a:cubicBezTo>
                <a:cubicBezTo>
                  <a:pt x="228600" y="46355"/>
                  <a:pt x="225108" y="53975"/>
                  <a:pt x="219075" y="60246"/>
                </a:cubicBezTo>
                <a:cubicBezTo>
                  <a:pt x="213836" y="65723"/>
                  <a:pt x="209550" y="72390"/>
                  <a:pt x="209550" y="80010"/>
                </a:cubicBezTo>
                <a:cubicBezTo>
                  <a:pt x="209550" y="91916"/>
                  <a:pt x="219234" y="101600"/>
                  <a:pt x="231140" y="101600"/>
                </a:cubicBezTo>
                <a:lnTo>
                  <a:pt x="266700" y="101600"/>
                </a:lnTo>
                <a:cubicBezTo>
                  <a:pt x="287734" y="101600"/>
                  <a:pt x="304800" y="118666"/>
                  <a:pt x="304800" y="139700"/>
                </a:cubicBezTo>
                <a:lnTo>
                  <a:pt x="304800" y="175260"/>
                </a:lnTo>
                <a:cubicBezTo>
                  <a:pt x="304800" y="187166"/>
                  <a:pt x="314484" y="196850"/>
                  <a:pt x="326390" y="196850"/>
                </a:cubicBezTo>
                <a:cubicBezTo>
                  <a:pt x="333931" y="196850"/>
                  <a:pt x="340678" y="192564"/>
                  <a:pt x="346154" y="187325"/>
                </a:cubicBezTo>
                <a:cubicBezTo>
                  <a:pt x="352425" y="181372"/>
                  <a:pt x="360045" y="177800"/>
                  <a:pt x="368300" y="177800"/>
                </a:cubicBezTo>
                <a:cubicBezTo>
                  <a:pt x="389334" y="177800"/>
                  <a:pt x="406400" y="200581"/>
                  <a:pt x="406400" y="228600"/>
                </a:cubicBezTo>
                <a:cubicBezTo>
                  <a:pt x="406400" y="256619"/>
                  <a:pt x="389334" y="279400"/>
                  <a:pt x="368300" y="279400"/>
                </a:cubicBezTo>
                <a:cubicBezTo>
                  <a:pt x="360045" y="279400"/>
                  <a:pt x="352346" y="275908"/>
                  <a:pt x="346154" y="269875"/>
                </a:cubicBezTo>
                <a:cubicBezTo>
                  <a:pt x="340678" y="264636"/>
                  <a:pt x="334010" y="260350"/>
                  <a:pt x="326390" y="260350"/>
                </a:cubicBezTo>
                <a:cubicBezTo>
                  <a:pt x="314484" y="260350"/>
                  <a:pt x="304800" y="270034"/>
                  <a:pt x="304800" y="281940"/>
                </a:cubicBezTo>
                <a:lnTo>
                  <a:pt x="304800" y="368300"/>
                </a:lnTo>
                <a:cubicBezTo>
                  <a:pt x="304800" y="389334"/>
                  <a:pt x="287734" y="406400"/>
                  <a:pt x="266700" y="406400"/>
                </a:cubicBezTo>
                <a:lnTo>
                  <a:pt x="221615" y="406400"/>
                </a:lnTo>
                <a:cubicBezTo>
                  <a:pt x="211455" y="406400"/>
                  <a:pt x="203200" y="398145"/>
                  <a:pt x="203200" y="387985"/>
                </a:cubicBezTo>
                <a:cubicBezTo>
                  <a:pt x="203200" y="380683"/>
                  <a:pt x="207804" y="374253"/>
                  <a:pt x="213678" y="369888"/>
                </a:cubicBezTo>
                <a:cubicBezTo>
                  <a:pt x="222885" y="362982"/>
                  <a:pt x="228600" y="353457"/>
                  <a:pt x="228600" y="342900"/>
                </a:cubicBezTo>
                <a:cubicBezTo>
                  <a:pt x="228600" y="321866"/>
                  <a:pt x="205819" y="304800"/>
                  <a:pt x="177800" y="304800"/>
                </a:cubicBezTo>
                <a:cubicBezTo>
                  <a:pt x="149781" y="304800"/>
                  <a:pt x="127000" y="321866"/>
                  <a:pt x="127000" y="342900"/>
                </a:cubicBezTo>
                <a:cubicBezTo>
                  <a:pt x="127000" y="353457"/>
                  <a:pt x="132715" y="362982"/>
                  <a:pt x="141923" y="369888"/>
                </a:cubicBezTo>
                <a:cubicBezTo>
                  <a:pt x="147796" y="374253"/>
                  <a:pt x="152400" y="380603"/>
                  <a:pt x="152400" y="387985"/>
                </a:cubicBezTo>
                <a:cubicBezTo>
                  <a:pt x="152400" y="398145"/>
                  <a:pt x="144145" y="406400"/>
                  <a:pt x="133985" y="406400"/>
                </a:cubicBezTo>
                <a:lnTo>
                  <a:pt x="38100" y="406400"/>
                </a:lnTo>
                <a:cubicBezTo>
                  <a:pt x="17066" y="406400"/>
                  <a:pt x="0" y="389334"/>
                  <a:pt x="0" y="368300"/>
                </a:cubicBezTo>
                <a:lnTo>
                  <a:pt x="0" y="272415"/>
                </a:lnTo>
                <a:cubicBezTo>
                  <a:pt x="0" y="262255"/>
                  <a:pt x="8255" y="254000"/>
                  <a:pt x="18415" y="254000"/>
                </a:cubicBezTo>
                <a:cubicBezTo>
                  <a:pt x="25717" y="254000"/>
                  <a:pt x="32147" y="258604"/>
                  <a:pt x="36513" y="264478"/>
                </a:cubicBezTo>
                <a:cubicBezTo>
                  <a:pt x="43418" y="273685"/>
                  <a:pt x="52943" y="279400"/>
                  <a:pt x="63500" y="279400"/>
                </a:cubicBezTo>
                <a:cubicBezTo>
                  <a:pt x="84534" y="279400"/>
                  <a:pt x="101600" y="256619"/>
                  <a:pt x="101600" y="228600"/>
                </a:cubicBezTo>
                <a:cubicBezTo>
                  <a:pt x="101600" y="200581"/>
                  <a:pt x="84534" y="177800"/>
                  <a:pt x="63500" y="177800"/>
                </a:cubicBezTo>
                <a:cubicBezTo>
                  <a:pt x="52943" y="177800"/>
                  <a:pt x="43418" y="183515"/>
                  <a:pt x="36513" y="192723"/>
                </a:cubicBezTo>
                <a:cubicBezTo>
                  <a:pt x="32147" y="198596"/>
                  <a:pt x="25797" y="203200"/>
                  <a:pt x="18415" y="203200"/>
                </a:cubicBezTo>
                <a:cubicBezTo>
                  <a:pt x="8255" y="203200"/>
                  <a:pt x="0" y="194945"/>
                  <a:pt x="0" y="184785"/>
                </a:cubicBezTo>
                <a:lnTo>
                  <a:pt x="0" y="139700"/>
                </a:lnTo>
                <a:cubicBezTo>
                  <a:pt x="0" y="118666"/>
                  <a:pt x="17066" y="101600"/>
                  <a:pt x="38100" y="101600"/>
                </a:cubicBezTo>
                <a:lnTo>
                  <a:pt x="124460" y="101600"/>
                </a:lnTo>
                <a:cubicBezTo>
                  <a:pt x="136366" y="101600"/>
                  <a:pt x="146050" y="91916"/>
                  <a:pt x="146050" y="80010"/>
                </a:cubicBezTo>
                <a:cubicBezTo>
                  <a:pt x="146050" y="72469"/>
                  <a:pt x="141764" y="65723"/>
                  <a:pt x="136525" y="60246"/>
                </a:cubicBezTo>
                <a:cubicBezTo>
                  <a:pt x="130572" y="53975"/>
                  <a:pt x="127000" y="46355"/>
                  <a:pt x="127000" y="38100"/>
                </a:cubicBezTo>
                <a:cubicBezTo>
                  <a:pt x="127000" y="17066"/>
                  <a:pt x="149781" y="0"/>
                  <a:pt x="177800" y="0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36" name="Text 33"/>
          <p:cNvSpPr/>
          <p:nvPr/>
        </p:nvSpPr>
        <p:spPr>
          <a:xfrm>
            <a:off x="12788900" y="3937000"/>
            <a:ext cx="2476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Solving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2255500" y="4445000"/>
            <a:ext cx="298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Structured approach to challenges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NPTEL | IITs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 / 43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Interview Preparation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2000" y="1079500"/>
            <a:ext cx="762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2"/>
          <p:cNvSpPr/>
          <p:nvPr/>
        </p:nvSpPr>
        <p:spPr>
          <a:xfrm>
            <a:off x="762000" y="1460500"/>
            <a:ext cx="7112000" cy="355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275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79500" y="1714500"/>
            <a:ext cx="2540000" cy="355600"/>
          </a:xfrm>
          <a:prstGeom prst="roundRect">
            <a:avLst>
              <a:gd name="adj" fmla="val 50000"/>
            </a:avLst>
          </a:prstGeom>
          <a:solidFill>
            <a:srgbClr val="1B4F8F"/>
          </a:solidFill>
          <a:ln/>
        </p:spPr>
      </p:sp>
      <p:sp>
        <p:nvSpPr>
          <p:cNvPr id="7" name="Text 4"/>
          <p:cNvSpPr/>
          <p:nvPr/>
        </p:nvSpPr>
        <p:spPr>
          <a:xfrm>
            <a:off x="1079500" y="1714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ROUNDS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079500" y="2349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71168" y="38254"/>
                </a:moveTo>
                <a:cubicBezTo>
                  <a:pt x="280086" y="43929"/>
                  <a:pt x="282082" y="54843"/>
                  <a:pt x="275596" y="62647"/>
                </a:cubicBezTo>
                <a:lnTo>
                  <a:pt x="115939" y="254734"/>
                </a:lnTo>
                <a:cubicBezTo>
                  <a:pt x="112508" y="258882"/>
                  <a:pt x="107207" y="261446"/>
                  <a:pt x="101345" y="261883"/>
                </a:cubicBezTo>
                <a:cubicBezTo>
                  <a:pt x="95482" y="262319"/>
                  <a:pt x="89807" y="260410"/>
                  <a:pt x="85691" y="256808"/>
                </a:cubicBezTo>
                <a:lnTo>
                  <a:pt x="5862" y="186958"/>
                </a:lnTo>
                <a:cubicBezTo>
                  <a:pt x="-1933" y="180137"/>
                  <a:pt x="-1933" y="169059"/>
                  <a:pt x="5862" y="162238"/>
                </a:cubicBezTo>
                <a:cubicBezTo>
                  <a:pt x="13658" y="155416"/>
                  <a:pt x="26318" y="155416"/>
                  <a:pt x="34114" y="162238"/>
                </a:cubicBezTo>
                <a:lnTo>
                  <a:pt x="97416" y="217626"/>
                </a:lnTo>
                <a:lnTo>
                  <a:pt x="243352" y="42074"/>
                </a:lnTo>
                <a:cubicBezTo>
                  <a:pt x="249838" y="34270"/>
                  <a:pt x="262312" y="32524"/>
                  <a:pt x="271230" y="38199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9" name="Text 6"/>
          <p:cNvSpPr/>
          <p:nvPr/>
        </p:nvSpPr>
        <p:spPr>
          <a:xfrm>
            <a:off x="1498600" y="23114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Interview questions from </a:t>
            </a:r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 content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79500" y="2794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71168" y="38254"/>
                </a:moveTo>
                <a:cubicBezTo>
                  <a:pt x="280086" y="43929"/>
                  <a:pt x="282082" y="54843"/>
                  <a:pt x="275596" y="62647"/>
                </a:cubicBezTo>
                <a:lnTo>
                  <a:pt x="115939" y="254734"/>
                </a:lnTo>
                <a:cubicBezTo>
                  <a:pt x="112508" y="258882"/>
                  <a:pt x="107207" y="261446"/>
                  <a:pt x="101345" y="261883"/>
                </a:cubicBezTo>
                <a:cubicBezTo>
                  <a:pt x="95482" y="262319"/>
                  <a:pt x="89807" y="260410"/>
                  <a:pt x="85691" y="256808"/>
                </a:cubicBezTo>
                <a:lnTo>
                  <a:pt x="5862" y="186958"/>
                </a:lnTo>
                <a:cubicBezTo>
                  <a:pt x="-1933" y="180137"/>
                  <a:pt x="-1933" y="169059"/>
                  <a:pt x="5862" y="162238"/>
                </a:cubicBezTo>
                <a:cubicBezTo>
                  <a:pt x="13658" y="155416"/>
                  <a:pt x="26318" y="155416"/>
                  <a:pt x="34114" y="162238"/>
                </a:cubicBezTo>
                <a:lnTo>
                  <a:pt x="97416" y="217626"/>
                </a:lnTo>
                <a:lnTo>
                  <a:pt x="243352" y="42074"/>
                </a:lnTo>
                <a:cubicBezTo>
                  <a:pt x="249838" y="34270"/>
                  <a:pt x="262312" y="32524"/>
                  <a:pt x="271230" y="38199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1" name="Text 8"/>
          <p:cNvSpPr/>
          <p:nvPr/>
        </p:nvSpPr>
        <p:spPr>
          <a:xfrm>
            <a:off x="1498600" y="27559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Industry case studies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covered in courses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79500" y="3238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71168" y="38254"/>
                </a:moveTo>
                <a:cubicBezTo>
                  <a:pt x="280086" y="43929"/>
                  <a:pt x="282082" y="54843"/>
                  <a:pt x="275596" y="62647"/>
                </a:cubicBezTo>
                <a:lnTo>
                  <a:pt x="115939" y="254734"/>
                </a:lnTo>
                <a:cubicBezTo>
                  <a:pt x="112508" y="258882"/>
                  <a:pt x="107207" y="261446"/>
                  <a:pt x="101345" y="261883"/>
                </a:cubicBezTo>
                <a:cubicBezTo>
                  <a:pt x="95482" y="262319"/>
                  <a:pt x="89807" y="260410"/>
                  <a:pt x="85691" y="256808"/>
                </a:cubicBezTo>
                <a:lnTo>
                  <a:pt x="5862" y="186958"/>
                </a:lnTo>
                <a:cubicBezTo>
                  <a:pt x="-1933" y="180137"/>
                  <a:pt x="-1933" y="169059"/>
                  <a:pt x="5862" y="162238"/>
                </a:cubicBezTo>
                <a:cubicBezTo>
                  <a:pt x="13658" y="155416"/>
                  <a:pt x="26318" y="155416"/>
                  <a:pt x="34114" y="162238"/>
                </a:cubicBezTo>
                <a:lnTo>
                  <a:pt x="97416" y="217626"/>
                </a:lnTo>
                <a:lnTo>
                  <a:pt x="243352" y="42074"/>
                </a:lnTo>
                <a:cubicBezTo>
                  <a:pt x="249838" y="34270"/>
                  <a:pt x="262312" y="32524"/>
                  <a:pt x="271230" y="38199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3" name="Text 10"/>
          <p:cNvSpPr/>
          <p:nvPr/>
        </p:nvSpPr>
        <p:spPr>
          <a:xfrm>
            <a:off x="1498600" y="32004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Problem-solving approach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assignments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079500" y="3683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71168" y="38254"/>
                </a:moveTo>
                <a:cubicBezTo>
                  <a:pt x="280086" y="43929"/>
                  <a:pt x="282082" y="54843"/>
                  <a:pt x="275596" y="62647"/>
                </a:cubicBezTo>
                <a:lnTo>
                  <a:pt x="115939" y="254734"/>
                </a:lnTo>
                <a:cubicBezTo>
                  <a:pt x="112508" y="258882"/>
                  <a:pt x="107207" y="261446"/>
                  <a:pt x="101345" y="261883"/>
                </a:cubicBezTo>
                <a:cubicBezTo>
                  <a:pt x="95482" y="262319"/>
                  <a:pt x="89807" y="260410"/>
                  <a:pt x="85691" y="256808"/>
                </a:cubicBezTo>
                <a:lnTo>
                  <a:pt x="5862" y="186958"/>
                </a:lnTo>
                <a:cubicBezTo>
                  <a:pt x="-1933" y="180137"/>
                  <a:pt x="-1933" y="169059"/>
                  <a:pt x="5862" y="162238"/>
                </a:cubicBezTo>
                <a:cubicBezTo>
                  <a:pt x="13658" y="155416"/>
                  <a:pt x="26318" y="155416"/>
                  <a:pt x="34114" y="162238"/>
                </a:cubicBezTo>
                <a:lnTo>
                  <a:pt x="97416" y="217626"/>
                </a:lnTo>
                <a:lnTo>
                  <a:pt x="243352" y="42074"/>
                </a:lnTo>
                <a:cubicBezTo>
                  <a:pt x="249838" y="34270"/>
                  <a:pt x="262312" y="32524"/>
                  <a:pt x="271230" y="38199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5" name="Text 12"/>
          <p:cNvSpPr/>
          <p:nvPr/>
        </p:nvSpPr>
        <p:spPr>
          <a:xfrm>
            <a:off x="1498600" y="36449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Domain expertise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specialized roles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079500" y="4127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271168" y="38254"/>
                </a:moveTo>
                <a:cubicBezTo>
                  <a:pt x="280086" y="43929"/>
                  <a:pt x="282082" y="54843"/>
                  <a:pt x="275596" y="62647"/>
                </a:cubicBezTo>
                <a:lnTo>
                  <a:pt x="115939" y="254734"/>
                </a:lnTo>
                <a:cubicBezTo>
                  <a:pt x="112508" y="258882"/>
                  <a:pt x="107207" y="261446"/>
                  <a:pt x="101345" y="261883"/>
                </a:cubicBezTo>
                <a:cubicBezTo>
                  <a:pt x="95482" y="262319"/>
                  <a:pt x="89807" y="260410"/>
                  <a:pt x="85691" y="256808"/>
                </a:cubicBezTo>
                <a:lnTo>
                  <a:pt x="5862" y="186958"/>
                </a:lnTo>
                <a:cubicBezTo>
                  <a:pt x="-1933" y="180137"/>
                  <a:pt x="-1933" y="169059"/>
                  <a:pt x="5862" y="162238"/>
                </a:cubicBezTo>
                <a:cubicBezTo>
                  <a:pt x="13658" y="155416"/>
                  <a:pt x="26318" y="155416"/>
                  <a:pt x="34114" y="162238"/>
                </a:cubicBezTo>
                <a:lnTo>
                  <a:pt x="97416" y="217626"/>
                </a:lnTo>
                <a:lnTo>
                  <a:pt x="243352" y="42074"/>
                </a:lnTo>
                <a:cubicBezTo>
                  <a:pt x="249838" y="34270"/>
                  <a:pt x="262312" y="32524"/>
                  <a:pt x="271230" y="38199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7" name="Text 14"/>
          <p:cNvSpPr/>
          <p:nvPr/>
        </p:nvSpPr>
        <p:spPr>
          <a:xfrm>
            <a:off x="1498600" y="40894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ideas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course assignments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255000" y="1460500"/>
            <a:ext cx="7239000" cy="3556000"/>
          </a:xfrm>
          <a:prstGeom prst="roundRect">
            <a:avLst>
              <a:gd name="adj" fmla="val 8000"/>
            </a:avLst>
          </a:prstGeom>
          <a:solidFill>
            <a:srgbClr val="1B4F8F"/>
          </a:solidFill>
          <a:ln/>
          <a:effectLst>
            <a:outerShdw sx="100000" sy="100000" kx="0" ky="0" algn="bl" rotWithShape="0" blurRad="127000" dist="38100" dir="5400000">
              <a:srgbClr val="1b4f8f">
                <a:alpha val="18824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572500" y="1714500"/>
            <a:ext cx="1778000" cy="355600"/>
          </a:xfrm>
          <a:prstGeom prst="roundRect">
            <a:avLst>
              <a:gd name="adj" fmla="val 50000"/>
            </a:avLst>
          </a:prstGeom>
          <a:solidFill>
            <a:srgbClr val="E87722"/>
          </a:solidFill>
          <a:ln/>
        </p:spPr>
      </p:sp>
      <p:sp>
        <p:nvSpPr>
          <p:cNvPr id="20" name="Text 17"/>
          <p:cNvSpPr/>
          <p:nvPr/>
        </p:nvSpPr>
        <p:spPr>
          <a:xfrm>
            <a:off x="8572500" y="17145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HR ROUNDS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572500" y="23495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Soft skills courses for HR preparation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572500" y="27940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Mock interview preparation tips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572500" y="32385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Confidence from in-depth knowledge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572500" y="36830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"Tell me about yourself" — cite NPTEL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572500" y="41275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Shows self-motivation and initiative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NPTEL | IITs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33 / 43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NPTEL Success Programs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2000" y="1079500"/>
            <a:ext cx="762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2"/>
          <p:cNvSpPr/>
          <p:nvPr/>
        </p:nvSpPr>
        <p:spPr>
          <a:xfrm>
            <a:off x="762000" y="1460500"/>
            <a:ext cx="7112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79500" y="1841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72962" y="-18752"/>
                </a:moveTo>
                <a:cubicBezTo>
                  <a:pt x="269346" y="-26690"/>
                  <a:pt x="262026" y="-31750"/>
                  <a:pt x="254088" y="-31750"/>
                </a:cubicBezTo>
                <a:cubicBezTo>
                  <a:pt x="246151" y="-31750"/>
                  <a:pt x="238831" y="-26690"/>
                  <a:pt x="235215" y="-18752"/>
                </a:cubicBezTo>
                <a:lnTo>
                  <a:pt x="170303" y="124321"/>
                </a:lnTo>
                <a:lnTo>
                  <a:pt x="29281" y="149523"/>
                </a:lnTo>
                <a:cubicBezTo>
                  <a:pt x="21431" y="150912"/>
                  <a:pt x="14905" y="157162"/>
                  <a:pt x="12435" y="165695"/>
                </a:cubicBezTo>
                <a:cubicBezTo>
                  <a:pt x="9966" y="174228"/>
                  <a:pt x="11994" y="183555"/>
                  <a:pt x="17551" y="189905"/>
                </a:cubicBezTo>
                <a:lnTo>
                  <a:pt x="118445" y="303510"/>
                </a:lnTo>
                <a:lnTo>
                  <a:pt x="96220" y="462161"/>
                </a:lnTo>
                <a:cubicBezTo>
                  <a:pt x="94985" y="470991"/>
                  <a:pt x="98249" y="479921"/>
                  <a:pt x="104687" y="485180"/>
                </a:cubicBezTo>
                <a:cubicBezTo>
                  <a:pt x="111125" y="490438"/>
                  <a:pt x="119592" y="491232"/>
                  <a:pt x="126735" y="487164"/>
                </a:cubicBezTo>
                <a:lnTo>
                  <a:pt x="254088" y="414338"/>
                </a:lnTo>
                <a:lnTo>
                  <a:pt x="381353" y="487164"/>
                </a:lnTo>
                <a:cubicBezTo>
                  <a:pt x="388408" y="491232"/>
                  <a:pt x="396963" y="490438"/>
                  <a:pt x="403401" y="485180"/>
                </a:cubicBezTo>
                <a:cubicBezTo>
                  <a:pt x="409840" y="479921"/>
                  <a:pt x="413103" y="471091"/>
                  <a:pt x="411868" y="462161"/>
                </a:cubicBezTo>
                <a:lnTo>
                  <a:pt x="389555" y="303510"/>
                </a:lnTo>
                <a:lnTo>
                  <a:pt x="490449" y="189905"/>
                </a:lnTo>
                <a:cubicBezTo>
                  <a:pt x="496094" y="183555"/>
                  <a:pt x="498034" y="174228"/>
                  <a:pt x="495565" y="165695"/>
                </a:cubicBezTo>
                <a:cubicBezTo>
                  <a:pt x="493095" y="157163"/>
                  <a:pt x="486657" y="150912"/>
                  <a:pt x="478719" y="149523"/>
                </a:cubicBezTo>
                <a:lnTo>
                  <a:pt x="337785" y="124321"/>
                </a:lnTo>
                <a:lnTo>
                  <a:pt x="272962" y="-18752"/>
                </a:lnTo>
                <a:close/>
              </a:path>
            </a:pathLst>
          </a:custGeom>
          <a:solidFill>
            <a:srgbClr val="FFD700"/>
          </a:solidFill>
          <a:ln/>
        </p:spPr>
      </p:sp>
      <p:sp>
        <p:nvSpPr>
          <p:cNvPr id="7" name="Text 4"/>
          <p:cNvSpPr/>
          <p:nvPr/>
        </p:nvSpPr>
        <p:spPr>
          <a:xfrm>
            <a:off x="1778000" y="1714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NPTEL Superstar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78000" y="21590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performers recognized nationally. Direct internship calls from industry partners.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55000" y="1460500"/>
            <a:ext cx="7239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572500" y="1841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57597" y="18752"/>
                </a:moveTo>
                <a:cubicBezTo>
                  <a:pt x="469007" y="23812"/>
                  <a:pt x="476250" y="35123"/>
                  <a:pt x="476250" y="47625"/>
                </a:cubicBezTo>
                <a:lnTo>
                  <a:pt x="476250" y="460375"/>
                </a:lnTo>
                <a:cubicBezTo>
                  <a:pt x="476250" y="472877"/>
                  <a:pt x="469007" y="484187"/>
                  <a:pt x="457597" y="489248"/>
                </a:cubicBezTo>
                <a:cubicBezTo>
                  <a:pt x="446187" y="494308"/>
                  <a:pt x="432991" y="492423"/>
                  <a:pt x="423565" y="484187"/>
                </a:cubicBezTo>
                <a:lnTo>
                  <a:pt x="377329" y="443805"/>
                </a:lnTo>
                <a:cubicBezTo>
                  <a:pt x="334070" y="406003"/>
                  <a:pt x="279400" y="383977"/>
                  <a:pt x="222151" y="381298"/>
                </a:cubicBezTo>
                <a:lnTo>
                  <a:pt x="222151" y="476250"/>
                </a:lnTo>
                <a:cubicBezTo>
                  <a:pt x="222151" y="493812"/>
                  <a:pt x="207962" y="508000"/>
                  <a:pt x="190401" y="508000"/>
                </a:cubicBezTo>
                <a:lnTo>
                  <a:pt x="158651" y="508000"/>
                </a:lnTo>
                <a:cubicBezTo>
                  <a:pt x="141089" y="508000"/>
                  <a:pt x="126901" y="493812"/>
                  <a:pt x="126901" y="476250"/>
                </a:cubicBezTo>
                <a:lnTo>
                  <a:pt x="126901" y="381000"/>
                </a:lnTo>
                <a:cubicBezTo>
                  <a:pt x="56852" y="381000"/>
                  <a:pt x="0" y="324148"/>
                  <a:pt x="0" y="254000"/>
                </a:cubicBezTo>
                <a:cubicBezTo>
                  <a:pt x="0" y="183852"/>
                  <a:pt x="56852" y="127000"/>
                  <a:pt x="127000" y="127000"/>
                </a:cubicBezTo>
                <a:lnTo>
                  <a:pt x="210840" y="127000"/>
                </a:lnTo>
                <a:cubicBezTo>
                  <a:pt x="272157" y="126802"/>
                  <a:pt x="331291" y="104477"/>
                  <a:pt x="377428" y="64195"/>
                </a:cubicBezTo>
                <a:lnTo>
                  <a:pt x="423664" y="23812"/>
                </a:lnTo>
                <a:cubicBezTo>
                  <a:pt x="432991" y="15577"/>
                  <a:pt x="446385" y="13692"/>
                  <a:pt x="457696" y="18752"/>
                </a:cubicBezTo>
                <a:close/>
                <a:moveTo>
                  <a:pt x="222250" y="317500"/>
                </a:moveTo>
                <a:lnTo>
                  <a:pt x="222250" y="317698"/>
                </a:lnTo>
                <a:cubicBezTo>
                  <a:pt x="292001" y="320377"/>
                  <a:pt x="358973" y="345976"/>
                  <a:pt x="412750" y="390525"/>
                </a:cubicBezTo>
                <a:lnTo>
                  <a:pt x="412750" y="117376"/>
                </a:lnTo>
                <a:cubicBezTo>
                  <a:pt x="358973" y="161925"/>
                  <a:pt x="292001" y="187523"/>
                  <a:pt x="222250" y="190202"/>
                </a:cubicBezTo>
                <a:lnTo>
                  <a:pt x="222250" y="317500"/>
                </a:ln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1" name="Text 8"/>
          <p:cNvSpPr/>
          <p:nvPr/>
        </p:nvSpPr>
        <p:spPr>
          <a:xfrm>
            <a:off x="9271000" y="1714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NPTEL Evangelist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271000" y="21590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 ambassadors who promote NPTEL in their colleges and communities.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62000" y="3302000"/>
            <a:ext cx="7112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079500" y="3683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43173" y="0"/>
                </a:moveTo>
                <a:lnTo>
                  <a:pt x="365423" y="0"/>
                </a:lnTo>
                <a:cubicBezTo>
                  <a:pt x="391716" y="0"/>
                  <a:pt x="413147" y="21630"/>
                  <a:pt x="412155" y="47823"/>
                </a:cubicBezTo>
                <a:cubicBezTo>
                  <a:pt x="411956" y="53082"/>
                  <a:pt x="411758" y="58341"/>
                  <a:pt x="411460" y="63500"/>
                </a:cubicBezTo>
                <a:lnTo>
                  <a:pt x="460673" y="63500"/>
                </a:lnTo>
                <a:cubicBezTo>
                  <a:pt x="486569" y="63500"/>
                  <a:pt x="509389" y="84931"/>
                  <a:pt x="507405" y="112911"/>
                </a:cubicBezTo>
                <a:cubicBezTo>
                  <a:pt x="499963" y="215801"/>
                  <a:pt x="447377" y="272355"/>
                  <a:pt x="390327" y="301923"/>
                </a:cubicBezTo>
                <a:cubicBezTo>
                  <a:pt x="374650" y="310059"/>
                  <a:pt x="358676" y="316111"/>
                  <a:pt x="343495" y="320576"/>
                </a:cubicBezTo>
                <a:cubicBezTo>
                  <a:pt x="323453" y="348952"/>
                  <a:pt x="302617" y="363934"/>
                  <a:pt x="286048" y="371971"/>
                </a:cubicBezTo>
                <a:lnTo>
                  <a:pt x="286048" y="444500"/>
                </a:lnTo>
                <a:lnTo>
                  <a:pt x="349548" y="444500"/>
                </a:lnTo>
                <a:cubicBezTo>
                  <a:pt x="367109" y="444500"/>
                  <a:pt x="381298" y="458688"/>
                  <a:pt x="381298" y="476250"/>
                </a:cubicBezTo>
                <a:cubicBezTo>
                  <a:pt x="381298" y="493812"/>
                  <a:pt x="367109" y="508000"/>
                  <a:pt x="349548" y="508000"/>
                </a:cubicBezTo>
                <a:lnTo>
                  <a:pt x="159048" y="508000"/>
                </a:lnTo>
                <a:cubicBezTo>
                  <a:pt x="141486" y="508000"/>
                  <a:pt x="127298" y="493812"/>
                  <a:pt x="127298" y="476250"/>
                </a:cubicBezTo>
                <a:cubicBezTo>
                  <a:pt x="127298" y="458688"/>
                  <a:pt x="141486" y="444500"/>
                  <a:pt x="159048" y="444500"/>
                </a:cubicBezTo>
                <a:lnTo>
                  <a:pt x="222548" y="444500"/>
                </a:lnTo>
                <a:lnTo>
                  <a:pt x="222548" y="371971"/>
                </a:lnTo>
                <a:cubicBezTo>
                  <a:pt x="206673" y="364331"/>
                  <a:pt x="186928" y="350143"/>
                  <a:pt x="167680" y="324048"/>
                </a:cubicBezTo>
                <a:cubicBezTo>
                  <a:pt x="149423" y="319286"/>
                  <a:pt x="129580" y="312043"/>
                  <a:pt x="110232" y="301129"/>
                </a:cubicBezTo>
                <a:cubicBezTo>
                  <a:pt x="56555" y="271066"/>
                  <a:pt x="8136" y="214412"/>
                  <a:pt x="1191" y="112712"/>
                </a:cubicBezTo>
                <a:cubicBezTo>
                  <a:pt x="-695" y="84832"/>
                  <a:pt x="22027" y="63401"/>
                  <a:pt x="47923" y="63401"/>
                </a:cubicBezTo>
                <a:lnTo>
                  <a:pt x="97135" y="63401"/>
                </a:lnTo>
                <a:cubicBezTo>
                  <a:pt x="96838" y="58241"/>
                  <a:pt x="96639" y="53082"/>
                  <a:pt x="96441" y="47724"/>
                </a:cubicBezTo>
                <a:cubicBezTo>
                  <a:pt x="95448" y="21431"/>
                  <a:pt x="116880" y="-99"/>
                  <a:pt x="143173" y="-99"/>
                </a:cubicBezTo>
                <a:close/>
                <a:moveTo>
                  <a:pt x="100707" y="111125"/>
                </a:moveTo>
                <a:lnTo>
                  <a:pt x="48716" y="111125"/>
                </a:lnTo>
                <a:cubicBezTo>
                  <a:pt x="54868" y="195163"/>
                  <a:pt x="93464" y="237232"/>
                  <a:pt x="133251" y="259556"/>
                </a:cubicBezTo>
                <a:cubicBezTo>
                  <a:pt x="118963" y="222548"/>
                  <a:pt x="107156" y="174228"/>
                  <a:pt x="100707" y="111125"/>
                </a:cubicBezTo>
                <a:close/>
                <a:moveTo>
                  <a:pt x="377031" y="254794"/>
                </a:moveTo>
                <a:cubicBezTo>
                  <a:pt x="417215" y="231180"/>
                  <a:pt x="453529" y="189210"/>
                  <a:pt x="459680" y="111125"/>
                </a:cubicBezTo>
                <a:lnTo>
                  <a:pt x="407789" y="111125"/>
                </a:lnTo>
                <a:cubicBezTo>
                  <a:pt x="401638" y="171549"/>
                  <a:pt x="390525" y="218480"/>
                  <a:pt x="377031" y="254794"/>
                </a:cubicBez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5" name="Text 12"/>
          <p:cNvSpPr/>
          <p:nvPr/>
        </p:nvSpPr>
        <p:spPr>
          <a:xfrm>
            <a:off x="1778000" y="3556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NPTEL Champion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778000" y="40005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 high performers across multiple courses. Special recognition at IITs.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255000" y="3302000"/>
            <a:ext cx="7239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6275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572500" y="3683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190500"/>
                </a:moveTo>
                <a:cubicBezTo>
                  <a:pt x="0" y="155476"/>
                  <a:pt x="25312" y="127000"/>
                  <a:pt x="56444" y="127000"/>
                </a:cubicBezTo>
                <a:lnTo>
                  <a:pt x="112889" y="127000"/>
                </a:lnTo>
                <a:lnTo>
                  <a:pt x="225690" y="12799"/>
                </a:lnTo>
                <a:cubicBezTo>
                  <a:pt x="241829" y="-3473"/>
                  <a:pt x="266259" y="-3473"/>
                  <a:pt x="282310" y="12799"/>
                </a:cubicBezTo>
                <a:lnTo>
                  <a:pt x="395111" y="127000"/>
                </a:lnTo>
                <a:lnTo>
                  <a:pt x="451556" y="127000"/>
                </a:lnTo>
                <a:cubicBezTo>
                  <a:pt x="482688" y="127000"/>
                  <a:pt x="508000" y="155476"/>
                  <a:pt x="508000" y="190500"/>
                </a:cubicBezTo>
                <a:lnTo>
                  <a:pt x="508000" y="444500"/>
                </a:lnTo>
                <a:cubicBezTo>
                  <a:pt x="508000" y="479524"/>
                  <a:pt x="482688" y="508000"/>
                  <a:pt x="451556" y="508000"/>
                </a:cubicBezTo>
                <a:lnTo>
                  <a:pt x="56444" y="508000"/>
                </a:lnTo>
                <a:cubicBezTo>
                  <a:pt x="25312" y="508000"/>
                  <a:pt x="0" y="479524"/>
                  <a:pt x="0" y="444500"/>
                </a:cubicBezTo>
                <a:lnTo>
                  <a:pt x="0" y="190500"/>
                </a:lnTo>
                <a:close/>
                <a:moveTo>
                  <a:pt x="197556" y="373063"/>
                </a:moveTo>
                <a:lnTo>
                  <a:pt x="197556" y="460375"/>
                </a:lnTo>
                <a:lnTo>
                  <a:pt x="310444" y="460375"/>
                </a:lnTo>
                <a:lnTo>
                  <a:pt x="310444" y="373063"/>
                </a:lnTo>
                <a:cubicBezTo>
                  <a:pt x="310444" y="351135"/>
                  <a:pt x="294658" y="333375"/>
                  <a:pt x="275167" y="333375"/>
                </a:cubicBezTo>
                <a:lnTo>
                  <a:pt x="232833" y="333375"/>
                </a:lnTo>
                <a:cubicBezTo>
                  <a:pt x="213342" y="333375"/>
                  <a:pt x="197556" y="351135"/>
                  <a:pt x="197556" y="373063"/>
                </a:cubicBezTo>
                <a:close/>
                <a:moveTo>
                  <a:pt x="98778" y="381000"/>
                </a:moveTo>
                <a:cubicBezTo>
                  <a:pt x="106539" y="381000"/>
                  <a:pt x="112889" y="373856"/>
                  <a:pt x="112889" y="365125"/>
                </a:cubicBezTo>
                <a:lnTo>
                  <a:pt x="112889" y="333375"/>
                </a:lnTo>
                <a:cubicBezTo>
                  <a:pt x="112889" y="324644"/>
                  <a:pt x="106539" y="317500"/>
                  <a:pt x="98778" y="317500"/>
                </a:cubicBezTo>
                <a:lnTo>
                  <a:pt x="70556" y="317500"/>
                </a:lnTo>
                <a:cubicBezTo>
                  <a:pt x="62794" y="317500"/>
                  <a:pt x="56444" y="324644"/>
                  <a:pt x="56444" y="333375"/>
                </a:cubicBezTo>
                <a:lnTo>
                  <a:pt x="56444" y="365125"/>
                </a:lnTo>
                <a:cubicBezTo>
                  <a:pt x="56444" y="373856"/>
                  <a:pt x="62794" y="381000"/>
                  <a:pt x="70556" y="381000"/>
                </a:cubicBezTo>
                <a:lnTo>
                  <a:pt x="98778" y="381000"/>
                </a:lnTo>
                <a:close/>
                <a:moveTo>
                  <a:pt x="112889" y="238125"/>
                </a:moveTo>
                <a:lnTo>
                  <a:pt x="112889" y="206375"/>
                </a:lnTo>
                <a:cubicBezTo>
                  <a:pt x="112889" y="197644"/>
                  <a:pt x="106539" y="190500"/>
                  <a:pt x="98778" y="190500"/>
                </a:cubicBezTo>
                <a:lnTo>
                  <a:pt x="70556" y="190500"/>
                </a:lnTo>
                <a:cubicBezTo>
                  <a:pt x="62794" y="190500"/>
                  <a:pt x="56444" y="197644"/>
                  <a:pt x="56444" y="206375"/>
                </a:cubicBezTo>
                <a:lnTo>
                  <a:pt x="56444" y="238125"/>
                </a:lnTo>
                <a:cubicBezTo>
                  <a:pt x="56444" y="246856"/>
                  <a:pt x="62794" y="254000"/>
                  <a:pt x="70556" y="254000"/>
                </a:cubicBezTo>
                <a:lnTo>
                  <a:pt x="98778" y="254000"/>
                </a:lnTo>
                <a:cubicBezTo>
                  <a:pt x="106539" y="254000"/>
                  <a:pt x="112889" y="246856"/>
                  <a:pt x="112889" y="238125"/>
                </a:cubicBezTo>
                <a:close/>
                <a:moveTo>
                  <a:pt x="437444" y="381000"/>
                </a:moveTo>
                <a:cubicBezTo>
                  <a:pt x="445206" y="381000"/>
                  <a:pt x="451556" y="373856"/>
                  <a:pt x="451556" y="365125"/>
                </a:cubicBezTo>
                <a:lnTo>
                  <a:pt x="451556" y="333375"/>
                </a:lnTo>
                <a:cubicBezTo>
                  <a:pt x="451556" y="324644"/>
                  <a:pt x="445206" y="317500"/>
                  <a:pt x="437444" y="317500"/>
                </a:cubicBezTo>
                <a:lnTo>
                  <a:pt x="409222" y="317500"/>
                </a:lnTo>
                <a:cubicBezTo>
                  <a:pt x="401461" y="317500"/>
                  <a:pt x="395111" y="324644"/>
                  <a:pt x="395111" y="333375"/>
                </a:cubicBezTo>
                <a:lnTo>
                  <a:pt x="395111" y="365125"/>
                </a:lnTo>
                <a:cubicBezTo>
                  <a:pt x="395111" y="373856"/>
                  <a:pt x="401461" y="381000"/>
                  <a:pt x="409222" y="381000"/>
                </a:cubicBezTo>
                <a:lnTo>
                  <a:pt x="437444" y="381000"/>
                </a:lnTo>
                <a:close/>
                <a:moveTo>
                  <a:pt x="451556" y="238125"/>
                </a:moveTo>
                <a:lnTo>
                  <a:pt x="451556" y="206375"/>
                </a:lnTo>
                <a:cubicBezTo>
                  <a:pt x="451556" y="197644"/>
                  <a:pt x="445206" y="190500"/>
                  <a:pt x="437444" y="190500"/>
                </a:cubicBezTo>
                <a:lnTo>
                  <a:pt x="409222" y="190500"/>
                </a:lnTo>
                <a:cubicBezTo>
                  <a:pt x="401461" y="190500"/>
                  <a:pt x="395111" y="197644"/>
                  <a:pt x="395111" y="206375"/>
                </a:cubicBezTo>
                <a:lnTo>
                  <a:pt x="395111" y="238125"/>
                </a:lnTo>
                <a:cubicBezTo>
                  <a:pt x="395111" y="246856"/>
                  <a:pt x="401461" y="254000"/>
                  <a:pt x="409222" y="254000"/>
                </a:cubicBezTo>
                <a:lnTo>
                  <a:pt x="437444" y="254000"/>
                </a:lnTo>
                <a:cubicBezTo>
                  <a:pt x="445206" y="254000"/>
                  <a:pt x="451556" y="246856"/>
                  <a:pt x="451556" y="238125"/>
                </a:cubicBezTo>
                <a:close/>
                <a:moveTo>
                  <a:pt x="254000" y="254000"/>
                </a:moveTo>
                <a:cubicBezTo>
                  <a:pt x="285153" y="254000"/>
                  <a:pt x="310444" y="225547"/>
                  <a:pt x="310444" y="190500"/>
                </a:cubicBezTo>
                <a:cubicBezTo>
                  <a:pt x="310444" y="155453"/>
                  <a:pt x="285153" y="127000"/>
                  <a:pt x="254000" y="127000"/>
                </a:cubicBezTo>
                <a:cubicBezTo>
                  <a:pt x="222847" y="127000"/>
                  <a:pt x="197556" y="155453"/>
                  <a:pt x="197556" y="190500"/>
                </a:cubicBezTo>
                <a:cubicBezTo>
                  <a:pt x="197556" y="225547"/>
                  <a:pt x="222847" y="254000"/>
                  <a:pt x="254000" y="254000"/>
                </a:cubicBez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9" name="Text 16"/>
          <p:cNvSpPr/>
          <p:nvPr/>
        </p:nvSpPr>
        <p:spPr>
          <a:xfrm>
            <a:off x="9271000" y="35560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 Local Chapter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9271000" y="4000500"/>
            <a:ext cx="584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 performing colleges recognized. Networking events with IIT faculty.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NPTEL | IITs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34 / 43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B4F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6502400" cy="9144000"/>
          </a:xfrm>
          <a:prstGeom prst="rect">
            <a:avLst/>
          </a:prstGeom>
          <a:solidFill>
            <a:srgbClr val="1B4F8F"/>
          </a:solidFill>
          <a:ln/>
        </p:spPr>
      </p:sp>
      <p:pic>
        <p:nvPicPr>
          <p:cNvPr id="4" name="Image 0" descr="https://kimi-img.moonshot.cn/pub/slides/okc/e32s5zdbnfdd4/mnt/agents/output/nptel-presentation/images/7_Abstract_futuristic_digital_and_technolog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02400" y="0"/>
            <a:ext cx="9753600" cy="9144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502400" y="0"/>
            <a:ext cx="9753600" cy="9144000"/>
          </a:xfrm>
          <a:prstGeom prst="rect">
            <a:avLst/>
          </a:prstGeom>
          <a:gradFill rotWithShape="1" flip="none">
            <a:gsLst>
              <a:gs pos="0">
                <a:srgbClr val="1B4F8F"/>
              </a:gs>
              <a:gs pos="30000">
                <a:srgbClr val="1B4F8F">
                  <a:alpha val="50000"/>
                </a:srgbClr>
              </a:gs>
              <a:gs pos="100000">
                <a:srgbClr val="1B4F8F">
                  <a:alpha val="6000"/>
                </a:srgbClr>
              </a:gs>
            </a:gsLst>
            <a:lin ang="0" scaled="1"/>
          </a:gradFill>
          <a:ln/>
        </p:spPr>
      </p:sp>
      <p:sp>
        <p:nvSpPr>
          <p:cNvPr id="6" name="Text 2"/>
          <p:cNvSpPr/>
          <p:nvPr/>
        </p:nvSpPr>
        <p:spPr>
          <a:xfrm>
            <a:off x="762000" y="2286000"/>
            <a:ext cx="508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2000" dirty="0"/>
          </a:p>
        </p:txBody>
      </p:sp>
      <p:sp>
        <p:nvSpPr>
          <p:cNvPr id="7" name="Shape 3"/>
          <p:cNvSpPr/>
          <p:nvPr/>
        </p:nvSpPr>
        <p:spPr>
          <a:xfrm>
            <a:off x="762000" y="4318000"/>
            <a:ext cx="762000" cy="635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8" name="Text 4"/>
          <p:cNvSpPr/>
          <p:nvPr/>
        </p:nvSpPr>
        <p:spPr>
          <a:xfrm>
            <a:off x="762000" y="4635500"/>
            <a:ext cx="533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High-Demand Courses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762000" y="5397500"/>
            <a:ext cx="533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Future-ready skills for the technology industry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508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&amp; Emerging Technologies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2000" y="1079500"/>
            <a:ext cx="762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2"/>
          <p:cNvSpPr/>
          <p:nvPr/>
        </p:nvSpPr>
        <p:spPr>
          <a:xfrm>
            <a:off x="762000" y="1460500"/>
            <a:ext cx="3492500" cy="1016000"/>
          </a:xfrm>
          <a:prstGeom prst="roundRect">
            <a:avLst>
              <a:gd name="adj" fmla="val 8000"/>
            </a:avLst>
          </a:prstGeom>
          <a:solidFill>
            <a:srgbClr val="1B4F8F"/>
          </a:solidFill>
          <a:ln/>
          <a:effectLst>
            <a:outerShdw sx="100000" sy="100000" kx="0" ky="0" algn="bl" rotWithShape="0" blurRad="76200" dist="25400" dir="5400000">
              <a:srgbClr val="1b4f8f">
                <a:alpha val="18824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16000" y="171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3344" y="38894"/>
                </a:moveTo>
                <a:cubicBezTo>
                  <a:pt x="83344" y="17433"/>
                  <a:pt x="100776" y="0"/>
                  <a:pt x="122238" y="0"/>
                </a:cubicBezTo>
                <a:lnTo>
                  <a:pt x="138906" y="0"/>
                </a:lnTo>
                <a:cubicBezTo>
                  <a:pt x="151199" y="0"/>
                  <a:pt x="161131" y="9932"/>
                  <a:pt x="161131" y="22225"/>
                </a:cubicBezTo>
                <a:lnTo>
                  <a:pt x="161131" y="333375"/>
                </a:lnTo>
                <a:cubicBezTo>
                  <a:pt x="161131" y="345668"/>
                  <a:pt x="151199" y="355600"/>
                  <a:pt x="138906" y="355600"/>
                </a:cubicBezTo>
                <a:lnTo>
                  <a:pt x="116681" y="355600"/>
                </a:lnTo>
                <a:cubicBezTo>
                  <a:pt x="95984" y="355600"/>
                  <a:pt x="78551" y="341432"/>
                  <a:pt x="73620" y="322263"/>
                </a:cubicBezTo>
                <a:cubicBezTo>
                  <a:pt x="73134" y="322263"/>
                  <a:pt x="72717" y="322263"/>
                  <a:pt x="72231" y="322263"/>
                </a:cubicBezTo>
                <a:cubicBezTo>
                  <a:pt x="41533" y="322263"/>
                  <a:pt x="16669" y="297398"/>
                  <a:pt x="16669" y="266700"/>
                </a:cubicBezTo>
                <a:cubicBezTo>
                  <a:pt x="16669" y="254198"/>
                  <a:pt x="20836" y="242669"/>
                  <a:pt x="27781" y="233363"/>
                </a:cubicBezTo>
                <a:cubicBezTo>
                  <a:pt x="14307" y="223222"/>
                  <a:pt x="5556" y="207109"/>
                  <a:pt x="5556" y="188913"/>
                </a:cubicBezTo>
                <a:cubicBezTo>
                  <a:pt x="5556" y="167451"/>
                  <a:pt x="17780" y="148769"/>
                  <a:pt x="35560" y="139531"/>
                </a:cubicBezTo>
                <a:cubicBezTo>
                  <a:pt x="30629" y="131197"/>
                  <a:pt x="27781" y="121474"/>
                  <a:pt x="27781" y="111125"/>
                </a:cubicBezTo>
                <a:cubicBezTo>
                  <a:pt x="27781" y="80427"/>
                  <a:pt x="52645" y="55563"/>
                  <a:pt x="83344" y="55563"/>
                </a:cubicBezTo>
                <a:lnTo>
                  <a:pt x="83344" y="38894"/>
                </a:lnTo>
                <a:close/>
                <a:moveTo>
                  <a:pt x="272256" y="38894"/>
                </a:moveTo>
                <a:lnTo>
                  <a:pt x="272256" y="55563"/>
                </a:lnTo>
                <a:cubicBezTo>
                  <a:pt x="302955" y="55563"/>
                  <a:pt x="327819" y="80427"/>
                  <a:pt x="327819" y="111125"/>
                </a:cubicBezTo>
                <a:cubicBezTo>
                  <a:pt x="327819" y="121543"/>
                  <a:pt x="324971" y="131266"/>
                  <a:pt x="320040" y="139531"/>
                </a:cubicBezTo>
                <a:cubicBezTo>
                  <a:pt x="337889" y="148769"/>
                  <a:pt x="350044" y="167382"/>
                  <a:pt x="350044" y="188913"/>
                </a:cubicBezTo>
                <a:cubicBezTo>
                  <a:pt x="350044" y="207109"/>
                  <a:pt x="341293" y="223222"/>
                  <a:pt x="327819" y="233363"/>
                </a:cubicBezTo>
                <a:cubicBezTo>
                  <a:pt x="334764" y="242669"/>
                  <a:pt x="338931" y="254198"/>
                  <a:pt x="338931" y="266700"/>
                </a:cubicBezTo>
                <a:cubicBezTo>
                  <a:pt x="338931" y="297398"/>
                  <a:pt x="314067" y="322263"/>
                  <a:pt x="283369" y="322263"/>
                </a:cubicBezTo>
                <a:cubicBezTo>
                  <a:pt x="282883" y="322263"/>
                  <a:pt x="282466" y="322263"/>
                  <a:pt x="281980" y="322263"/>
                </a:cubicBezTo>
                <a:cubicBezTo>
                  <a:pt x="277049" y="341432"/>
                  <a:pt x="259616" y="355600"/>
                  <a:pt x="238919" y="355600"/>
                </a:cubicBezTo>
                <a:lnTo>
                  <a:pt x="216694" y="355600"/>
                </a:lnTo>
                <a:cubicBezTo>
                  <a:pt x="204401" y="355600"/>
                  <a:pt x="194469" y="345668"/>
                  <a:pt x="194469" y="333375"/>
                </a:cubicBezTo>
                <a:lnTo>
                  <a:pt x="194469" y="22225"/>
                </a:lnTo>
                <a:cubicBezTo>
                  <a:pt x="194469" y="9932"/>
                  <a:pt x="204401" y="0"/>
                  <a:pt x="216694" y="0"/>
                </a:cubicBezTo>
                <a:lnTo>
                  <a:pt x="233363" y="0"/>
                </a:lnTo>
                <a:cubicBezTo>
                  <a:pt x="254824" y="0"/>
                  <a:pt x="272256" y="17433"/>
                  <a:pt x="272256" y="38894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7" name="Text 4"/>
          <p:cNvSpPr/>
          <p:nvPr/>
        </p:nvSpPr>
        <p:spPr>
          <a:xfrm>
            <a:off x="1498600" y="16510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Artificial Intelligence</a:t>
            </a:r>
            <a:pPr algn="l">
              <a:lnSpc>
                <a:spcPct val="13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Foundations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08500" y="1460500"/>
            <a:ext cx="3492500" cy="10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62500" y="171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95580" y="0"/>
                </a:moveTo>
                <a:cubicBezTo>
                  <a:pt x="195580" y="-12293"/>
                  <a:pt x="187635" y="-22225"/>
                  <a:pt x="177800" y="-22225"/>
                </a:cubicBezTo>
                <a:cubicBezTo>
                  <a:pt x="167965" y="-22225"/>
                  <a:pt x="160020" y="-12293"/>
                  <a:pt x="160020" y="0"/>
                </a:cubicBezTo>
                <a:lnTo>
                  <a:pt x="160020" y="44450"/>
                </a:lnTo>
                <a:lnTo>
                  <a:pt x="106680" y="44450"/>
                </a:lnTo>
                <a:cubicBezTo>
                  <a:pt x="77232" y="44450"/>
                  <a:pt x="53340" y="74315"/>
                  <a:pt x="53340" y="111125"/>
                </a:cubicBezTo>
                <a:lnTo>
                  <a:pt x="53340" y="266700"/>
                </a:lnTo>
                <a:cubicBezTo>
                  <a:pt x="53340" y="303510"/>
                  <a:pt x="77232" y="333375"/>
                  <a:pt x="106680" y="333375"/>
                </a:cubicBezTo>
                <a:lnTo>
                  <a:pt x="248920" y="333375"/>
                </a:lnTo>
                <a:cubicBezTo>
                  <a:pt x="278368" y="333375"/>
                  <a:pt x="302260" y="303510"/>
                  <a:pt x="302260" y="266700"/>
                </a:cubicBezTo>
                <a:lnTo>
                  <a:pt x="302260" y="111125"/>
                </a:lnTo>
                <a:cubicBezTo>
                  <a:pt x="302260" y="74315"/>
                  <a:pt x="278368" y="44450"/>
                  <a:pt x="248920" y="44450"/>
                </a:cubicBezTo>
                <a:lnTo>
                  <a:pt x="195580" y="44450"/>
                </a:lnTo>
                <a:lnTo>
                  <a:pt x="195580" y="0"/>
                </a:lnTo>
                <a:close/>
                <a:moveTo>
                  <a:pt x="88900" y="255587"/>
                </a:moveTo>
                <a:cubicBezTo>
                  <a:pt x="88900" y="246350"/>
                  <a:pt x="94845" y="238919"/>
                  <a:pt x="102235" y="238919"/>
                </a:cubicBezTo>
                <a:lnTo>
                  <a:pt x="120015" y="238919"/>
                </a:lnTo>
                <a:cubicBezTo>
                  <a:pt x="127405" y="238919"/>
                  <a:pt x="133350" y="246350"/>
                  <a:pt x="133350" y="255587"/>
                </a:cubicBezTo>
                <a:cubicBezTo>
                  <a:pt x="133350" y="264825"/>
                  <a:pt x="127405" y="272256"/>
                  <a:pt x="120015" y="272256"/>
                </a:cubicBezTo>
                <a:lnTo>
                  <a:pt x="102235" y="272256"/>
                </a:lnTo>
                <a:cubicBezTo>
                  <a:pt x="94845" y="272256"/>
                  <a:pt x="88900" y="264825"/>
                  <a:pt x="88900" y="255587"/>
                </a:cubicBezTo>
                <a:close/>
                <a:moveTo>
                  <a:pt x="155575" y="255587"/>
                </a:moveTo>
                <a:cubicBezTo>
                  <a:pt x="155575" y="246350"/>
                  <a:pt x="161520" y="238919"/>
                  <a:pt x="168910" y="238919"/>
                </a:cubicBezTo>
                <a:lnTo>
                  <a:pt x="186690" y="238919"/>
                </a:lnTo>
                <a:cubicBezTo>
                  <a:pt x="194080" y="238919"/>
                  <a:pt x="200025" y="246350"/>
                  <a:pt x="200025" y="255587"/>
                </a:cubicBezTo>
                <a:cubicBezTo>
                  <a:pt x="200025" y="264825"/>
                  <a:pt x="194080" y="272256"/>
                  <a:pt x="186690" y="272256"/>
                </a:cubicBezTo>
                <a:lnTo>
                  <a:pt x="168910" y="272256"/>
                </a:lnTo>
                <a:cubicBezTo>
                  <a:pt x="161520" y="272256"/>
                  <a:pt x="155575" y="264825"/>
                  <a:pt x="155575" y="255587"/>
                </a:cubicBezTo>
                <a:close/>
                <a:moveTo>
                  <a:pt x="222250" y="255587"/>
                </a:moveTo>
                <a:cubicBezTo>
                  <a:pt x="222250" y="246350"/>
                  <a:pt x="228195" y="238919"/>
                  <a:pt x="235585" y="238919"/>
                </a:cubicBezTo>
                <a:lnTo>
                  <a:pt x="253365" y="238919"/>
                </a:lnTo>
                <a:cubicBezTo>
                  <a:pt x="260755" y="238919"/>
                  <a:pt x="266700" y="246350"/>
                  <a:pt x="266700" y="255587"/>
                </a:cubicBezTo>
                <a:cubicBezTo>
                  <a:pt x="266700" y="264825"/>
                  <a:pt x="260755" y="272256"/>
                  <a:pt x="253365" y="272256"/>
                </a:cubicBezTo>
                <a:lnTo>
                  <a:pt x="235585" y="272256"/>
                </a:lnTo>
                <a:cubicBezTo>
                  <a:pt x="228195" y="272256"/>
                  <a:pt x="222250" y="264825"/>
                  <a:pt x="222250" y="255587"/>
                </a:cubicBezTo>
                <a:close/>
                <a:moveTo>
                  <a:pt x="124460" y="122238"/>
                </a:moveTo>
                <a:cubicBezTo>
                  <a:pt x="139180" y="122238"/>
                  <a:pt x="151130" y="137176"/>
                  <a:pt x="151130" y="155575"/>
                </a:cubicBezTo>
                <a:cubicBezTo>
                  <a:pt x="151130" y="173974"/>
                  <a:pt x="139180" y="188913"/>
                  <a:pt x="124460" y="188913"/>
                </a:cubicBezTo>
                <a:cubicBezTo>
                  <a:pt x="109740" y="188913"/>
                  <a:pt x="97790" y="173974"/>
                  <a:pt x="97790" y="155575"/>
                </a:cubicBezTo>
                <a:cubicBezTo>
                  <a:pt x="97790" y="137176"/>
                  <a:pt x="109740" y="122238"/>
                  <a:pt x="124460" y="122238"/>
                </a:cubicBezTo>
                <a:close/>
                <a:moveTo>
                  <a:pt x="204470" y="155575"/>
                </a:moveTo>
                <a:cubicBezTo>
                  <a:pt x="204470" y="137176"/>
                  <a:pt x="216420" y="122238"/>
                  <a:pt x="231140" y="122238"/>
                </a:cubicBezTo>
                <a:cubicBezTo>
                  <a:pt x="245860" y="122238"/>
                  <a:pt x="257810" y="137176"/>
                  <a:pt x="257810" y="155575"/>
                </a:cubicBezTo>
                <a:cubicBezTo>
                  <a:pt x="257810" y="173974"/>
                  <a:pt x="245860" y="188913"/>
                  <a:pt x="231140" y="188913"/>
                </a:cubicBezTo>
                <a:cubicBezTo>
                  <a:pt x="216420" y="188913"/>
                  <a:pt x="204470" y="173974"/>
                  <a:pt x="204470" y="155575"/>
                </a:cubicBezTo>
                <a:close/>
                <a:moveTo>
                  <a:pt x="35560" y="155575"/>
                </a:moveTo>
                <a:cubicBezTo>
                  <a:pt x="35560" y="143282"/>
                  <a:pt x="27615" y="133350"/>
                  <a:pt x="17780" y="133350"/>
                </a:cubicBezTo>
                <a:cubicBezTo>
                  <a:pt x="7945" y="133350"/>
                  <a:pt x="0" y="143282"/>
                  <a:pt x="0" y="155575"/>
                </a:cubicBezTo>
                <a:lnTo>
                  <a:pt x="0" y="222250"/>
                </a:lnTo>
                <a:cubicBezTo>
                  <a:pt x="0" y="234543"/>
                  <a:pt x="7945" y="244475"/>
                  <a:pt x="17780" y="244475"/>
                </a:cubicBezTo>
                <a:cubicBezTo>
                  <a:pt x="27615" y="244475"/>
                  <a:pt x="35560" y="234543"/>
                  <a:pt x="35560" y="222250"/>
                </a:cubicBezTo>
                <a:lnTo>
                  <a:pt x="35560" y="155575"/>
                </a:lnTo>
                <a:close/>
                <a:moveTo>
                  <a:pt x="337820" y="133350"/>
                </a:moveTo>
                <a:cubicBezTo>
                  <a:pt x="327985" y="133350"/>
                  <a:pt x="320040" y="143282"/>
                  <a:pt x="320040" y="155575"/>
                </a:cubicBezTo>
                <a:lnTo>
                  <a:pt x="320040" y="222250"/>
                </a:lnTo>
                <a:cubicBezTo>
                  <a:pt x="320040" y="234543"/>
                  <a:pt x="327985" y="244475"/>
                  <a:pt x="337820" y="244475"/>
                </a:cubicBezTo>
                <a:cubicBezTo>
                  <a:pt x="347655" y="244475"/>
                  <a:pt x="355600" y="234543"/>
                  <a:pt x="355600" y="222250"/>
                </a:cubicBezTo>
                <a:lnTo>
                  <a:pt x="355600" y="155575"/>
                </a:lnTo>
                <a:cubicBezTo>
                  <a:pt x="355600" y="143282"/>
                  <a:pt x="347655" y="133350"/>
                  <a:pt x="337820" y="133350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0" name="Text 7"/>
          <p:cNvSpPr/>
          <p:nvPr/>
        </p:nvSpPr>
        <p:spPr>
          <a:xfrm>
            <a:off x="5245100" y="16510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255000" y="1460500"/>
            <a:ext cx="3492500" cy="10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509000" y="171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53106" y="61119"/>
                </a:moveTo>
                <a:lnTo>
                  <a:pt x="202494" y="61119"/>
                </a:lnTo>
                <a:lnTo>
                  <a:pt x="202494" y="94456"/>
                </a:lnTo>
                <a:lnTo>
                  <a:pt x="153106" y="94456"/>
                </a:lnTo>
                <a:lnTo>
                  <a:pt x="153106" y="61119"/>
                </a:lnTo>
                <a:close/>
                <a:moveTo>
                  <a:pt x="148167" y="22225"/>
                </a:moveTo>
                <a:cubicBezTo>
                  <a:pt x="131807" y="22225"/>
                  <a:pt x="118533" y="37157"/>
                  <a:pt x="118533" y="55563"/>
                </a:cubicBezTo>
                <a:lnTo>
                  <a:pt x="118533" y="100013"/>
                </a:lnTo>
                <a:cubicBezTo>
                  <a:pt x="118533" y="118418"/>
                  <a:pt x="131807" y="133350"/>
                  <a:pt x="148167" y="133350"/>
                </a:cubicBezTo>
                <a:lnTo>
                  <a:pt x="158044" y="133350"/>
                </a:lnTo>
                <a:lnTo>
                  <a:pt x="158044" y="155575"/>
                </a:lnTo>
                <a:lnTo>
                  <a:pt x="19756" y="155575"/>
                </a:lnTo>
                <a:cubicBezTo>
                  <a:pt x="8828" y="155575"/>
                  <a:pt x="0" y="165507"/>
                  <a:pt x="0" y="177800"/>
                </a:cubicBezTo>
                <a:cubicBezTo>
                  <a:pt x="0" y="190093"/>
                  <a:pt x="8828" y="200025"/>
                  <a:pt x="19756" y="200025"/>
                </a:cubicBezTo>
                <a:lnTo>
                  <a:pt x="79022" y="200025"/>
                </a:lnTo>
                <a:lnTo>
                  <a:pt x="79022" y="222250"/>
                </a:lnTo>
                <a:lnTo>
                  <a:pt x="69144" y="222250"/>
                </a:lnTo>
                <a:cubicBezTo>
                  <a:pt x="52784" y="222250"/>
                  <a:pt x="39511" y="237182"/>
                  <a:pt x="39511" y="255587"/>
                </a:cubicBezTo>
                <a:lnTo>
                  <a:pt x="39511" y="300038"/>
                </a:lnTo>
                <a:cubicBezTo>
                  <a:pt x="39511" y="318443"/>
                  <a:pt x="52784" y="333375"/>
                  <a:pt x="69144" y="333375"/>
                </a:cubicBezTo>
                <a:lnTo>
                  <a:pt x="128411" y="333375"/>
                </a:lnTo>
                <a:cubicBezTo>
                  <a:pt x="144771" y="333375"/>
                  <a:pt x="158044" y="318443"/>
                  <a:pt x="158044" y="300038"/>
                </a:cubicBezTo>
                <a:lnTo>
                  <a:pt x="158044" y="255587"/>
                </a:lnTo>
                <a:cubicBezTo>
                  <a:pt x="158044" y="237182"/>
                  <a:pt x="144771" y="222250"/>
                  <a:pt x="128411" y="222250"/>
                </a:cubicBezTo>
                <a:lnTo>
                  <a:pt x="118533" y="222250"/>
                </a:lnTo>
                <a:lnTo>
                  <a:pt x="118533" y="200025"/>
                </a:lnTo>
                <a:lnTo>
                  <a:pt x="237067" y="200025"/>
                </a:lnTo>
                <a:lnTo>
                  <a:pt x="237067" y="222250"/>
                </a:lnTo>
                <a:lnTo>
                  <a:pt x="227189" y="222250"/>
                </a:lnTo>
                <a:cubicBezTo>
                  <a:pt x="210829" y="222250"/>
                  <a:pt x="197556" y="237182"/>
                  <a:pt x="197556" y="255587"/>
                </a:cubicBezTo>
                <a:lnTo>
                  <a:pt x="197556" y="300038"/>
                </a:lnTo>
                <a:cubicBezTo>
                  <a:pt x="197556" y="318443"/>
                  <a:pt x="210829" y="333375"/>
                  <a:pt x="227189" y="333375"/>
                </a:cubicBezTo>
                <a:lnTo>
                  <a:pt x="286456" y="333375"/>
                </a:lnTo>
                <a:cubicBezTo>
                  <a:pt x="302816" y="333375"/>
                  <a:pt x="316089" y="318443"/>
                  <a:pt x="316089" y="300038"/>
                </a:cubicBezTo>
                <a:lnTo>
                  <a:pt x="316089" y="255587"/>
                </a:lnTo>
                <a:cubicBezTo>
                  <a:pt x="316089" y="237182"/>
                  <a:pt x="302816" y="222250"/>
                  <a:pt x="286456" y="222250"/>
                </a:cubicBezTo>
                <a:lnTo>
                  <a:pt x="276578" y="222250"/>
                </a:lnTo>
                <a:lnTo>
                  <a:pt x="276578" y="200025"/>
                </a:lnTo>
                <a:lnTo>
                  <a:pt x="335844" y="200025"/>
                </a:lnTo>
                <a:cubicBezTo>
                  <a:pt x="346772" y="200025"/>
                  <a:pt x="355600" y="190093"/>
                  <a:pt x="355600" y="177800"/>
                </a:cubicBezTo>
                <a:cubicBezTo>
                  <a:pt x="355600" y="165507"/>
                  <a:pt x="346772" y="155575"/>
                  <a:pt x="335844" y="155575"/>
                </a:cubicBezTo>
                <a:lnTo>
                  <a:pt x="197556" y="155575"/>
                </a:lnTo>
                <a:lnTo>
                  <a:pt x="197556" y="133350"/>
                </a:lnTo>
                <a:lnTo>
                  <a:pt x="207433" y="133350"/>
                </a:lnTo>
                <a:cubicBezTo>
                  <a:pt x="223793" y="133350"/>
                  <a:pt x="237067" y="118418"/>
                  <a:pt x="237067" y="100013"/>
                </a:cubicBezTo>
                <a:lnTo>
                  <a:pt x="237067" y="55563"/>
                </a:lnTo>
                <a:cubicBezTo>
                  <a:pt x="237067" y="37157"/>
                  <a:pt x="223793" y="22225"/>
                  <a:pt x="207433" y="22225"/>
                </a:cubicBezTo>
                <a:lnTo>
                  <a:pt x="148167" y="22225"/>
                </a:lnTo>
                <a:close/>
                <a:moveTo>
                  <a:pt x="276578" y="261144"/>
                </a:moveTo>
                <a:lnTo>
                  <a:pt x="281517" y="261144"/>
                </a:lnTo>
                <a:lnTo>
                  <a:pt x="281517" y="294481"/>
                </a:lnTo>
                <a:lnTo>
                  <a:pt x="232128" y="294481"/>
                </a:lnTo>
                <a:lnTo>
                  <a:pt x="232128" y="261144"/>
                </a:lnTo>
                <a:lnTo>
                  <a:pt x="276578" y="261144"/>
                </a:lnTo>
                <a:close/>
                <a:moveTo>
                  <a:pt x="118533" y="261144"/>
                </a:moveTo>
                <a:lnTo>
                  <a:pt x="123472" y="261144"/>
                </a:lnTo>
                <a:lnTo>
                  <a:pt x="123472" y="294481"/>
                </a:lnTo>
                <a:lnTo>
                  <a:pt x="74083" y="294481"/>
                </a:lnTo>
                <a:lnTo>
                  <a:pt x="74083" y="261144"/>
                </a:lnTo>
                <a:lnTo>
                  <a:pt x="118533" y="261144"/>
                </a:ln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3" name="Text 10"/>
          <p:cNvSpPr/>
          <p:nvPr/>
        </p:nvSpPr>
        <p:spPr>
          <a:xfrm>
            <a:off x="8991600" y="16510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Learning</a:t>
            </a:r>
            <a:pPr algn="l">
              <a:lnSpc>
                <a:spcPct val="13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Specialization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2001500" y="1460500"/>
            <a:ext cx="3492500" cy="10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2255500" y="171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2613" y="-18752"/>
                </a:moveTo>
                <a:lnTo>
                  <a:pt x="171750" y="6806"/>
                </a:lnTo>
                <a:lnTo>
                  <a:pt x="194469" y="17085"/>
                </a:lnTo>
                <a:cubicBezTo>
                  <a:pt x="196321" y="17919"/>
                  <a:pt x="197556" y="20003"/>
                  <a:pt x="197556" y="22225"/>
                </a:cubicBezTo>
                <a:cubicBezTo>
                  <a:pt x="197556" y="24448"/>
                  <a:pt x="196321" y="26531"/>
                  <a:pt x="194469" y="27365"/>
                </a:cubicBezTo>
                <a:lnTo>
                  <a:pt x="171750" y="37644"/>
                </a:lnTo>
                <a:lnTo>
                  <a:pt x="162613" y="63202"/>
                </a:lnTo>
                <a:cubicBezTo>
                  <a:pt x="161872" y="65286"/>
                  <a:pt x="160020" y="66675"/>
                  <a:pt x="158044" y="66675"/>
                </a:cubicBezTo>
                <a:cubicBezTo>
                  <a:pt x="156069" y="66675"/>
                  <a:pt x="154217" y="65286"/>
                  <a:pt x="153476" y="63202"/>
                </a:cubicBezTo>
                <a:lnTo>
                  <a:pt x="144339" y="37644"/>
                </a:lnTo>
                <a:lnTo>
                  <a:pt x="121620" y="27365"/>
                </a:lnTo>
                <a:cubicBezTo>
                  <a:pt x="119768" y="26531"/>
                  <a:pt x="118533" y="24447"/>
                  <a:pt x="118533" y="22225"/>
                </a:cubicBezTo>
                <a:cubicBezTo>
                  <a:pt x="118533" y="20003"/>
                  <a:pt x="119768" y="17919"/>
                  <a:pt x="121620" y="17085"/>
                </a:cubicBezTo>
                <a:lnTo>
                  <a:pt x="144339" y="6806"/>
                </a:lnTo>
                <a:lnTo>
                  <a:pt x="153476" y="-18752"/>
                </a:lnTo>
                <a:cubicBezTo>
                  <a:pt x="154217" y="-20836"/>
                  <a:pt x="156069" y="-22225"/>
                  <a:pt x="158044" y="-22225"/>
                </a:cubicBezTo>
                <a:cubicBezTo>
                  <a:pt x="160020" y="-22225"/>
                  <a:pt x="161872" y="-20836"/>
                  <a:pt x="162613" y="-18752"/>
                </a:cubicBezTo>
                <a:close/>
                <a:moveTo>
                  <a:pt x="68342" y="28962"/>
                </a:moveTo>
                <a:lnTo>
                  <a:pt x="81615" y="63758"/>
                </a:lnTo>
                <a:lnTo>
                  <a:pt x="112545" y="78690"/>
                </a:lnTo>
                <a:cubicBezTo>
                  <a:pt x="116187" y="80427"/>
                  <a:pt x="118533" y="84455"/>
                  <a:pt x="118533" y="88900"/>
                </a:cubicBezTo>
                <a:cubicBezTo>
                  <a:pt x="118533" y="93345"/>
                  <a:pt x="116187" y="97373"/>
                  <a:pt x="112545" y="99110"/>
                </a:cubicBezTo>
                <a:lnTo>
                  <a:pt x="81615" y="114042"/>
                </a:lnTo>
                <a:lnTo>
                  <a:pt x="68342" y="148838"/>
                </a:lnTo>
                <a:cubicBezTo>
                  <a:pt x="66798" y="152936"/>
                  <a:pt x="63218" y="155575"/>
                  <a:pt x="59267" y="155575"/>
                </a:cubicBezTo>
                <a:cubicBezTo>
                  <a:pt x="55316" y="155575"/>
                  <a:pt x="51735" y="152936"/>
                  <a:pt x="50191" y="148838"/>
                </a:cubicBezTo>
                <a:lnTo>
                  <a:pt x="36918" y="114042"/>
                </a:lnTo>
                <a:lnTo>
                  <a:pt x="5988" y="99110"/>
                </a:lnTo>
                <a:cubicBezTo>
                  <a:pt x="2346" y="97373"/>
                  <a:pt x="0" y="93345"/>
                  <a:pt x="0" y="88900"/>
                </a:cubicBezTo>
                <a:cubicBezTo>
                  <a:pt x="0" y="84455"/>
                  <a:pt x="2346" y="80427"/>
                  <a:pt x="5988" y="78690"/>
                </a:cubicBezTo>
                <a:lnTo>
                  <a:pt x="36918" y="63758"/>
                </a:lnTo>
                <a:lnTo>
                  <a:pt x="50191" y="28962"/>
                </a:lnTo>
                <a:cubicBezTo>
                  <a:pt x="51735" y="24864"/>
                  <a:pt x="55316" y="22225"/>
                  <a:pt x="59267" y="22225"/>
                </a:cubicBezTo>
                <a:cubicBezTo>
                  <a:pt x="63218" y="22225"/>
                  <a:pt x="66798" y="24864"/>
                  <a:pt x="68342" y="28962"/>
                </a:cubicBezTo>
                <a:close/>
                <a:moveTo>
                  <a:pt x="286456" y="211138"/>
                </a:moveTo>
                <a:cubicBezTo>
                  <a:pt x="290407" y="211138"/>
                  <a:pt x="293987" y="213777"/>
                  <a:pt x="295531" y="217874"/>
                </a:cubicBezTo>
                <a:lnTo>
                  <a:pt x="308804" y="252670"/>
                </a:lnTo>
                <a:lnTo>
                  <a:pt x="339734" y="267603"/>
                </a:lnTo>
                <a:cubicBezTo>
                  <a:pt x="343376" y="269339"/>
                  <a:pt x="345722" y="273368"/>
                  <a:pt x="345722" y="277813"/>
                </a:cubicBezTo>
                <a:cubicBezTo>
                  <a:pt x="345722" y="282257"/>
                  <a:pt x="343376" y="286286"/>
                  <a:pt x="339734" y="288022"/>
                </a:cubicBezTo>
                <a:lnTo>
                  <a:pt x="308804" y="302955"/>
                </a:lnTo>
                <a:lnTo>
                  <a:pt x="295531" y="337751"/>
                </a:lnTo>
                <a:cubicBezTo>
                  <a:pt x="293987" y="341848"/>
                  <a:pt x="290407" y="344488"/>
                  <a:pt x="286456" y="344488"/>
                </a:cubicBezTo>
                <a:cubicBezTo>
                  <a:pt x="282504" y="344488"/>
                  <a:pt x="278924" y="341848"/>
                  <a:pt x="277380" y="337751"/>
                </a:cubicBezTo>
                <a:lnTo>
                  <a:pt x="264107" y="302955"/>
                </a:lnTo>
                <a:lnTo>
                  <a:pt x="233177" y="288022"/>
                </a:lnTo>
                <a:cubicBezTo>
                  <a:pt x="229535" y="286286"/>
                  <a:pt x="227189" y="282257"/>
                  <a:pt x="227189" y="277813"/>
                </a:cubicBezTo>
                <a:cubicBezTo>
                  <a:pt x="227189" y="273368"/>
                  <a:pt x="229535" y="269339"/>
                  <a:pt x="233177" y="267603"/>
                </a:cubicBezTo>
                <a:lnTo>
                  <a:pt x="264107" y="252670"/>
                </a:lnTo>
                <a:lnTo>
                  <a:pt x="277380" y="217874"/>
                </a:lnTo>
                <a:cubicBezTo>
                  <a:pt x="278924" y="213777"/>
                  <a:pt x="282504" y="211138"/>
                  <a:pt x="286456" y="211138"/>
                </a:cubicBezTo>
                <a:close/>
                <a:moveTo>
                  <a:pt x="283986" y="0"/>
                </a:moveTo>
                <a:cubicBezTo>
                  <a:pt x="290777" y="0"/>
                  <a:pt x="297321" y="3056"/>
                  <a:pt x="302198" y="8473"/>
                </a:cubicBezTo>
                <a:lnTo>
                  <a:pt x="328313" y="37852"/>
                </a:lnTo>
                <a:cubicBezTo>
                  <a:pt x="333128" y="43339"/>
                  <a:pt x="335844" y="50701"/>
                  <a:pt x="335844" y="58341"/>
                </a:cubicBezTo>
                <a:cubicBezTo>
                  <a:pt x="335844" y="65980"/>
                  <a:pt x="333128" y="73343"/>
                  <a:pt x="328313" y="78829"/>
                </a:cubicBezTo>
                <a:lnTo>
                  <a:pt x="273861" y="140087"/>
                </a:lnTo>
                <a:lnTo>
                  <a:pt x="211323" y="69731"/>
                </a:lnTo>
                <a:lnTo>
                  <a:pt x="265774" y="8473"/>
                </a:lnTo>
                <a:cubicBezTo>
                  <a:pt x="270651" y="3056"/>
                  <a:pt x="277195" y="0"/>
                  <a:pt x="283986" y="0"/>
                </a:cubicBezTo>
                <a:close/>
                <a:moveTo>
                  <a:pt x="27287" y="276771"/>
                </a:moveTo>
                <a:lnTo>
                  <a:pt x="190394" y="93276"/>
                </a:lnTo>
                <a:lnTo>
                  <a:pt x="252933" y="163632"/>
                </a:lnTo>
                <a:lnTo>
                  <a:pt x="89826" y="347127"/>
                </a:lnTo>
                <a:cubicBezTo>
                  <a:pt x="84949" y="352544"/>
                  <a:pt x="78405" y="355600"/>
                  <a:pt x="71614" y="355600"/>
                </a:cubicBezTo>
                <a:cubicBezTo>
                  <a:pt x="64823" y="355600"/>
                  <a:pt x="58279" y="352544"/>
                  <a:pt x="53402" y="347127"/>
                </a:cubicBezTo>
                <a:lnTo>
                  <a:pt x="27287" y="317748"/>
                </a:lnTo>
                <a:cubicBezTo>
                  <a:pt x="22472" y="312261"/>
                  <a:pt x="19756" y="304899"/>
                  <a:pt x="19756" y="297259"/>
                </a:cubicBezTo>
                <a:cubicBezTo>
                  <a:pt x="19756" y="289620"/>
                  <a:pt x="22472" y="282257"/>
                  <a:pt x="27287" y="276771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6" name="Text 13"/>
          <p:cNvSpPr/>
          <p:nvPr/>
        </p:nvSpPr>
        <p:spPr>
          <a:xfrm>
            <a:off x="12738100" y="16510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Generative AI</a:t>
            </a:r>
            <a:pPr algn="l">
              <a:lnSpc>
                <a:spcPct val="13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&amp; LLMs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62000" y="2794000"/>
            <a:ext cx="3492500" cy="10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016000" y="304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6529" y="82371"/>
                </a:moveTo>
                <a:cubicBezTo>
                  <a:pt x="-2153" y="73690"/>
                  <a:pt x="-2153" y="59591"/>
                  <a:pt x="6529" y="50909"/>
                </a:cubicBezTo>
                <a:cubicBezTo>
                  <a:pt x="15210" y="42228"/>
                  <a:pt x="29309" y="42228"/>
                  <a:pt x="37991" y="50909"/>
                </a:cubicBezTo>
                <a:lnTo>
                  <a:pt x="149116" y="162034"/>
                </a:lnTo>
                <a:cubicBezTo>
                  <a:pt x="157798" y="170716"/>
                  <a:pt x="157798" y="184815"/>
                  <a:pt x="149116" y="193496"/>
                </a:cubicBezTo>
                <a:lnTo>
                  <a:pt x="37991" y="304621"/>
                </a:lnTo>
                <a:cubicBezTo>
                  <a:pt x="29309" y="313303"/>
                  <a:pt x="15210" y="313303"/>
                  <a:pt x="6529" y="304621"/>
                </a:cubicBezTo>
                <a:cubicBezTo>
                  <a:pt x="-2153" y="295940"/>
                  <a:pt x="-2153" y="281841"/>
                  <a:pt x="6529" y="273159"/>
                </a:cubicBezTo>
                <a:lnTo>
                  <a:pt x="101888" y="177800"/>
                </a:lnTo>
                <a:lnTo>
                  <a:pt x="6529" y="82371"/>
                </a:lnTo>
                <a:close/>
                <a:moveTo>
                  <a:pt x="155575" y="266700"/>
                </a:moveTo>
                <a:lnTo>
                  <a:pt x="333375" y="266700"/>
                </a:lnTo>
                <a:cubicBezTo>
                  <a:pt x="345668" y="266700"/>
                  <a:pt x="355600" y="276632"/>
                  <a:pt x="355600" y="288925"/>
                </a:cubicBezTo>
                <a:cubicBezTo>
                  <a:pt x="355600" y="301218"/>
                  <a:pt x="345668" y="311150"/>
                  <a:pt x="333375" y="311150"/>
                </a:cubicBezTo>
                <a:lnTo>
                  <a:pt x="155575" y="311150"/>
                </a:lnTo>
                <a:cubicBezTo>
                  <a:pt x="143282" y="311150"/>
                  <a:pt x="133350" y="301218"/>
                  <a:pt x="133350" y="288925"/>
                </a:cubicBezTo>
                <a:cubicBezTo>
                  <a:pt x="133350" y="276632"/>
                  <a:pt x="143282" y="266700"/>
                  <a:pt x="155575" y="266700"/>
                </a:cubicBez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9" name="Text 16"/>
          <p:cNvSpPr/>
          <p:nvPr/>
        </p:nvSpPr>
        <p:spPr>
          <a:xfrm>
            <a:off x="1498600" y="29845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Prompt Engineering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08500" y="2794000"/>
            <a:ext cx="3492500" cy="10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62500" y="304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16336" y="166688"/>
                </a:moveTo>
                <a:lnTo>
                  <a:pt x="207680" y="166688"/>
                </a:lnTo>
                <a:cubicBezTo>
                  <a:pt x="196753" y="166688"/>
                  <a:pt x="187925" y="156756"/>
                  <a:pt x="187925" y="144463"/>
                </a:cubicBezTo>
                <a:lnTo>
                  <a:pt x="187925" y="22225"/>
                </a:lnTo>
                <a:cubicBezTo>
                  <a:pt x="187925" y="9932"/>
                  <a:pt x="196815" y="-139"/>
                  <a:pt x="207619" y="1459"/>
                </a:cubicBezTo>
                <a:cubicBezTo>
                  <a:pt x="273676" y="11321"/>
                  <a:pt x="326028" y="70217"/>
                  <a:pt x="334795" y="144532"/>
                </a:cubicBezTo>
                <a:cubicBezTo>
                  <a:pt x="336215" y="156686"/>
                  <a:pt x="327263" y="166688"/>
                  <a:pt x="316336" y="166688"/>
                </a:cubicBezTo>
                <a:close/>
                <a:moveTo>
                  <a:pt x="137425" y="25837"/>
                </a:moveTo>
                <a:cubicBezTo>
                  <a:pt x="148599" y="23197"/>
                  <a:pt x="158291" y="33476"/>
                  <a:pt x="158291" y="46325"/>
                </a:cubicBezTo>
                <a:lnTo>
                  <a:pt x="158291" y="183356"/>
                </a:lnTo>
                <a:cubicBezTo>
                  <a:pt x="158291" y="187246"/>
                  <a:pt x="159526" y="190996"/>
                  <a:pt x="161687" y="193983"/>
                </a:cubicBezTo>
                <a:lnTo>
                  <a:pt x="243240" y="304691"/>
                </a:lnTo>
                <a:cubicBezTo>
                  <a:pt x="250463" y="314484"/>
                  <a:pt x="248920" y="329277"/>
                  <a:pt x="238980" y="335320"/>
                </a:cubicBezTo>
                <a:cubicBezTo>
                  <a:pt x="217928" y="348238"/>
                  <a:pt x="193790" y="355600"/>
                  <a:pt x="168169" y="355600"/>
                </a:cubicBezTo>
                <a:cubicBezTo>
                  <a:pt x="86369" y="355600"/>
                  <a:pt x="20003" y="280938"/>
                  <a:pt x="20003" y="188913"/>
                </a:cubicBezTo>
                <a:cubicBezTo>
                  <a:pt x="20003" y="108694"/>
                  <a:pt x="70317" y="41741"/>
                  <a:pt x="137425" y="25837"/>
                </a:cubicBezTo>
                <a:close/>
                <a:moveTo>
                  <a:pt x="294975" y="200025"/>
                </a:moveTo>
                <a:lnTo>
                  <a:pt x="334486" y="200025"/>
                </a:lnTo>
                <a:cubicBezTo>
                  <a:pt x="345907" y="200025"/>
                  <a:pt x="355044" y="210929"/>
                  <a:pt x="352698" y="223500"/>
                </a:cubicBezTo>
                <a:cubicBezTo>
                  <a:pt x="346401" y="257115"/>
                  <a:pt x="331091" y="286980"/>
                  <a:pt x="309730" y="309761"/>
                </a:cubicBezTo>
                <a:cubicBezTo>
                  <a:pt x="302137" y="317887"/>
                  <a:pt x="290221" y="316151"/>
                  <a:pt x="283554" y="307052"/>
                </a:cubicBezTo>
                <a:lnTo>
                  <a:pt x="231449" y="236418"/>
                </a:lnTo>
                <a:cubicBezTo>
                  <a:pt x="220768" y="221903"/>
                  <a:pt x="229967" y="200025"/>
                  <a:pt x="246636" y="200025"/>
                </a:cubicBezTo>
                <a:lnTo>
                  <a:pt x="294913" y="200025"/>
                </a:ln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22" name="Text 19"/>
          <p:cNvSpPr/>
          <p:nvPr/>
        </p:nvSpPr>
        <p:spPr>
          <a:xfrm>
            <a:off x="5245100" y="29845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Science</a:t>
            </a:r>
            <a:pPr algn="l">
              <a:lnSpc>
                <a:spcPct val="13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&amp; Analytics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8255000" y="2794000"/>
            <a:ext cx="3492500" cy="10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509000" y="304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233363"/>
                </a:moveTo>
                <a:cubicBezTo>
                  <a:pt x="0" y="288578"/>
                  <a:pt x="39820" y="333375"/>
                  <a:pt x="88900" y="333375"/>
                </a:cubicBezTo>
                <a:lnTo>
                  <a:pt x="276578" y="333375"/>
                </a:lnTo>
                <a:cubicBezTo>
                  <a:pt x="320225" y="333375"/>
                  <a:pt x="355600" y="293578"/>
                  <a:pt x="355600" y="244475"/>
                </a:cubicBezTo>
                <a:cubicBezTo>
                  <a:pt x="355600" y="208637"/>
                  <a:pt x="336770" y="177731"/>
                  <a:pt x="309607" y="163701"/>
                </a:cubicBezTo>
                <a:cubicBezTo>
                  <a:pt x="313743" y="154603"/>
                  <a:pt x="316089" y="144254"/>
                  <a:pt x="316089" y="133350"/>
                </a:cubicBezTo>
                <a:cubicBezTo>
                  <a:pt x="316089" y="96540"/>
                  <a:pt x="289542" y="66675"/>
                  <a:pt x="256822" y="66675"/>
                </a:cubicBezTo>
                <a:cubicBezTo>
                  <a:pt x="245895" y="66675"/>
                  <a:pt x="235708" y="70009"/>
                  <a:pt x="226942" y="75773"/>
                </a:cubicBezTo>
                <a:cubicBezTo>
                  <a:pt x="212064" y="43964"/>
                  <a:pt x="182368" y="22225"/>
                  <a:pt x="148167" y="22225"/>
                </a:cubicBezTo>
                <a:cubicBezTo>
                  <a:pt x="99086" y="22225"/>
                  <a:pt x="59267" y="67022"/>
                  <a:pt x="59267" y="122238"/>
                </a:cubicBezTo>
                <a:cubicBezTo>
                  <a:pt x="59267" y="127794"/>
                  <a:pt x="59699" y="133281"/>
                  <a:pt x="60440" y="138559"/>
                </a:cubicBezTo>
                <a:cubicBezTo>
                  <a:pt x="25312" y="151894"/>
                  <a:pt x="0" y="189329"/>
                  <a:pt x="0" y="233363"/>
                </a:cubicBez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25" name="Text 22"/>
          <p:cNvSpPr/>
          <p:nvPr/>
        </p:nvSpPr>
        <p:spPr>
          <a:xfrm>
            <a:off x="8991600" y="29845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Computing</a:t>
            </a:r>
            <a:pPr algn="l">
              <a:lnSpc>
                <a:spcPct val="13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AWS/Azure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12001500" y="2794000"/>
            <a:ext cx="3492500" cy="10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12255500" y="304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28" name="Text 25"/>
          <p:cNvSpPr/>
          <p:nvPr/>
        </p:nvSpPr>
        <p:spPr>
          <a:xfrm>
            <a:off x="12738100" y="29845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Cyber Security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762000" y="4127500"/>
            <a:ext cx="3492500" cy="10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016000" y="4381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66675"/>
                </a:moveTo>
                <a:cubicBezTo>
                  <a:pt x="121682" y="66675"/>
                  <a:pt x="70873" y="91678"/>
                  <a:pt x="33523" y="132378"/>
                </a:cubicBezTo>
                <a:cubicBezTo>
                  <a:pt x="25682" y="140920"/>
                  <a:pt x="13150" y="140712"/>
                  <a:pt x="5618" y="131891"/>
                </a:cubicBezTo>
                <a:cubicBezTo>
                  <a:pt x="-1914" y="123071"/>
                  <a:pt x="-1790" y="108972"/>
                  <a:pt x="6050" y="100499"/>
                </a:cubicBezTo>
                <a:cubicBezTo>
                  <a:pt x="50438" y="52020"/>
                  <a:pt x="111063" y="22225"/>
                  <a:pt x="177800" y="22225"/>
                </a:cubicBezTo>
                <a:cubicBezTo>
                  <a:pt x="244537" y="22225"/>
                  <a:pt x="305162" y="52020"/>
                  <a:pt x="349612" y="100499"/>
                </a:cubicBezTo>
                <a:cubicBezTo>
                  <a:pt x="357452" y="109041"/>
                  <a:pt x="357637" y="123140"/>
                  <a:pt x="350044" y="131891"/>
                </a:cubicBezTo>
                <a:cubicBezTo>
                  <a:pt x="342450" y="140643"/>
                  <a:pt x="329918" y="140920"/>
                  <a:pt x="322139" y="132378"/>
                </a:cubicBezTo>
                <a:cubicBezTo>
                  <a:pt x="284727" y="91678"/>
                  <a:pt x="233918" y="66675"/>
                  <a:pt x="177800" y="66675"/>
                </a:cubicBezTo>
                <a:close/>
                <a:moveTo>
                  <a:pt x="148167" y="300038"/>
                </a:moveTo>
                <a:cubicBezTo>
                  <a:pt x="148167" y="281638"/>
                  <a:pt x="161445" y="266700"/>
                  <a:pt x="177800" y="266700"/>
                </a:cubicBezTo>
                <a:cubicBezTo>
                  <a:pt x="194155" y="266700"/>
                  <a:pt x="207433" y="281638"/>
                  <a:pt x="207433" y="300038"/>
                </a:cubicBezTo>
                <a:cubicBezTo>
                  <a:pt x="207433" y="318437"/>
                  <a:pt x="194155" y="333375"/>
                  <a:pt x="177800" y="333375"/>
                </a:cubicBezTo>
                <a:cubicBezTo>
                  <a:pt x="161445" y="333375"/>
                  <a:pt x="148167" y="318437"/>
                  <a:pt x="148167" y="300038"/>
                </a:cubicBezTo>
                <a:close/>
                <a:moveTo>
                  <a:pt x="103717" y="226556"/>
                </a:moveTo>
                <a:cubicBezTo>
                  <a:pt x="96494" y="235793"/>
                  <a:pt x="84023" y="236627"/>
                  <a:pt x="75812" y="228501"/>
                </a:cubicBezTo>
                <a:cubicBezTo>
                  <a:pt x="67601" y="220375"/>
                  <a:pt x="66860" y="206345"/>
                  <a:pt x="74083" y="197108"/>
                </a:cubicBezTo>
                <a:cubicBezTo>
                  <a:pt x="99395" y="164882"/>
                  <a:pt x="136499" y="144463"/>
                  <a:pt x="177800" y="144463"/>
                </a:cubicBezTo>
                <a:cubicBezTo>
                  <a:pt x="219101" y="144463"/>
                  <a:pt x="256205" y="164882"/>
                  <a:pt x="281517" y="197108"/>
                </a:cubicBezTo>
                <a:cubicBezTo>
                  <a:pt x="288740" y="206345"/>
                  <a:pt x="287937" y="220375"/>
                  <a:pt x="279788" y="228501"/>
                </a:cubicBezTo>
                <a:cubicBezTo>
                  <a:pt x="271639" y="236627"/>
                  <a:pt x="259106" y="235724"/>
                  <a:pt x="251883" y="226556"/>
                </a:cubicBezTo>
                <a:cubicBezTo>
                  <a:pt x="233733" y="203428"/>
                  <a:pt x="207310" y="188913"/>
                  <a:pt x="177800" y="188913"/>
                </a:cubicBezTo>
                <a:cubicBezTo>
                  <a:pt x="148290" y="188913"/>
                  <a:pt x="121867" y="203428"/>
                  <a:pt x="103717" y="226556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31" name="Text 28"/>
          <p:cNvSpPr/>
          <p:nvPr/>
        </p:nvSpPr>
        <p:spPr>
          <a:xfrm>
            <a:off x="1498600" y="43180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Internet of Things</a:t>
            </a:r>
            <a:pPr algn="l">
              <a:lnSpc>
                <a:spcPct val="13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(IoT)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4508500" y="4127500"/>
            <a:ext cx="4699000" cy="1016000"/>
          </a:xfrm>
          <a:prstGeom prst="roundRect">
            <a:avLst>
              <a:gd name="adj" fmla="val 8000"/>
            </a:avLst>
          </a:prstGeom>
          <a:solidFill>
            <a:srgbClr val="1B4F8F"/>
          </a:solidFill>
          <a:ln/>
          <a:effectLst>
            <a:outerShdw sx="100000" sy="100000" kx="0" ky="0" algn="bl" rotWithShape="0" blurRad="76200" dist="25400" dir="5400000">
              <a:srgbClr val="1b4f8f">
                <a:alpha val="18824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762500" y="4381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22225"/>
                </a:moveTo>
                <a:cubicBezTo>
                  <a:pt x="9932" y="22225"/>
                  <a:pt x="0" y="32157"/>
                  <a:pt x="0" y="44450"/>
                </a:cubicBezTo>
                <a:lnTo>
                  <a:pt x="0" y="300038"/>
                </a:lnTo>
                <a:cubicBezTo>
                  <a:pt x="0" y="318443"/>
                  <a:pt x="14932" y="333375"/>
                  <a:pt x="33337" y="333375"/>
                </a:cubicBezTo>
                <a:lnTo>
                  <a:pt x="322263" y="333375"/>
                </a:lnTo>
                <a:cubicBezTo>
                  <a:pt x="340668" y="333375"/>
                  <a:pt x="355600" y="318443"/>
                  <a:pt x="355600" y="300038"/>
                </a:cubicBezTo>
                <a:lnTo>
                  <a:pt x="355600" y="105708"/>
                </a:lnTo>
                <a:cubicBezTo>
                  <a:pt x="355600" y="93067"/>
                  <a:pt x="342126" y="85080"/>
                  <a:pt x="331014" y="91053"/>
                </a:cubicBezTo>
                <a:lnTo>
                  <a:pt x="222250" y="149602"/>
                </a:lnTo>
                <a:lnTo>
                  <a:pt x="222250" y="105708"/>
                </a:lnTo>
                <a:cubicBezTo>
                  <a:pt x="222250" y="93067"/>
                  <a:pt x="208776" y="85080"/>
                  <a:pt x="197664" y="91053"/>
                </a:cubicBezTo>
                <a:lnTo>
                  <a:pt x="88900" y="149602"/>
                </a:lnTo>
                <a:lnTo>
                  <a:pt x="88900" y="44450"/>
                </a:lnTo>
                <a:cubicBezTo>
                  <a:pt x="88900" y="32157"/>
                  <a:pt x="78968" y="22225"/>
                  <a:pt x="66675" y="22225"/>
                </a:cubicBezTo>
                <a:lnTo>
                  <a:pt x="22225" y="22225"/>
                </a:ln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34" name="Text 31"/>
          <p:cNvSpPr/>
          <p:nvPr/>
        </p:nvSpPr>
        <p:spPr>
          <a:xfrm>
            <a:off x="5245100" y="4318000"/>
            <a:ext cx="368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Industry 4.0</a:t>
            </a:r>
            <a:pPr algn="l">
              <a:lnSpc>
                <a:spcPct val="13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&amp; Smart Manufacturing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NPTEL | IITs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36 / 43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508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Programming &amp; Core Engineering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2000" y="1079500"/>
            <a:ext cx="762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2"/>
          <p:cNvSpPr/>
          <p:nvPr/>
        </p:nvSpPr>
        <p:spPr>
          <a:xfrm>
            <a:off x="762000" y="1460500"/>
            <a:ext cx="3492500" cy="10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16000" y="171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49091" y="139254"/>
                </a:moveTo>
                <a:cubicBezTo>
                  <a:pt x="342979" y="117793"/>
                  <a:pt x="331391" y="101610"/>
                  <a:pt x="306705" y="101610"/>
                </a:cubicBezTo>
                <a:lnTo>
                  <a:pt x="274876" y="101610"/>
                </a:lnTo>
                <a:lnTo>
                  <a:pt x="274876" y="134531"/>
                </a:lnTo>
                <a:cubicBezTo>
                  <a:pt x="274876" y="160089"/>
                  <a:pt x="250111" y="181620"/>
                  <a:pt x="221853" y="181620"/>
                </a:cubicBezTo>
                <a:lnTo>
                  <a:pt x="137081" y="181620"/>
                </a:lnTo>
                <a:cubicBezTo>
                  <a:pt x="113903" y="181620"/>
                  <a:pt x="94694" y="198983"/>
                  <a:pt x="94694" y="219333"/>
                </a:cubicBezTo>
                <a:lnTo>
                  <a:pt x="94694" y="290036"/>
                </a:lnTo>
                <a:cubicBezTo>
                  <a:pt x="94694" y="310178"/>
                  <a:pt x="114697" y="321985"/>
                  <a:pt x="137081" y="327749"/>
                </a:cubicBezTo>
                <a:cubicBezTo>
                  <a:pt x="163909" y="334625"/>
                  <a:pt x="189706" y="335875"/>
                  <a:pt x="221853" y="327749"/>
                </a:cubicBezTo>
                <a:cubicBezTo>
                  <a:pt x="243205" y="322332"/>
                  <a:pt x="264239" y="311428"/>
                  <a:pt x="264239" y="290036"/>
                </a:cubicBezTo>
                <a:lnTo>
                  <a:pt x="264239" y="261769"/>
                </a:lnTo>
                <a:lnTo>
                  <a:pt x="179546" y="261769"/>
                </a:lnTo>
                <a:lnTo>
                  <a:pt x="179546" y="252323"/>
                </a:lnTo>
                <a:lnTo>
                  <a:pt x="306705" y="252323"/>
                </a:lnTo>
                <a:cubicBezTo>
                  <a:pt x="331391" y="252323"/>
                  <a:pt x="340519" y="237252"/>
                  <a:pt x="349091" y="214680"/>
                </a:cubicBezTo>
                <a:cubicBezTo>
                  <a:pt x="357981" y="191413"/>
                  <a:pt x="357584" y="169049"/>
                  <a:pt x="349091" y="139254"/>
                </a:cubicBezTo>
                <a:close/>
                <a:moveTo>
                  <a:pt x="227171" y="308858"/>
                </a:moveTo>
                <a:cubicBezTo>
                  <a:pt x="221130" y="309229"/>
                  <a:pt x="215357" y="306619"/>
                  <a:pt x="212208" y="302093"/>
                </a:cubicBezTo>
                <a:cubicBezTo>
                  <a:pt x="209058" y="297567"/>
                  <a:pt x="209058" y="291882"/>
                  <a:pt x="212208" y="287356"/>
                </a:cubicBezTo>
                <a:cubicBezTo>
                  <a:pt x="215357" y="282830"/>
                  <a:pt x="221130" y="280220"/>
                  <a:pt x="227171" y="280591"/>
                </a:cubicBezTo>
                <a:cubicBezTo>
                  <a:pt x="233212" y="280220"/>
                  <a:pt x="238985" y="282830"/>
                  <a:pt x="242135" y="287356"/>
                </a:cubicBezTo>
                <a:cubicBezTo>
                  <a:pt x="245284" y="291882"/>
                  <a:pt x="245284" y="297567"/>
                  <a:pt x="242135" y="302093"/>
                </a:cubicBezTo>
                <a:cubicBezTo>
                  <a:pt x="238985" y="306619"/>
                  <a:pt x="233212" y="309229"/>
                  <a:pt x="227171" y="308858"/>
                </a:cubicBezTo>
                <a:close/>
                <a:moveTo>
                  <a:pt x="133191" y="172313"/>
                </a:moveTo>
                <a:lnTo>
                  <a:pt x="217964" y="172313"/>
                </a:lnTo>
                <a:cubicBezTo>
                  <a:pt x="241538" y="172313"/>
                  <a:pt x="260350" y="155297"/>
                  <a:pt x="260350" y="134600"/>
                </a:cubicBezTo>
                <a:lnTo>
                  <a:pt x="260350" y="63827"/>
                </a:lnTo>
                <a:cubicBezTo>
                  <a:pt x="260350" y="43686"/>
                  <a:pt x="240983" y="28615"/>
                  <a:pt x="217964" y="25211"/>
                </a:cubicBezTo>
                <a:cubicBezTo>
                  <a:pt x="189548" y="21114"/>
                  <a:pt x="158671" y="21322"/>
                  <a:pt x="133191" y="25281"/>
                </a:cubicBezTo>
                <a:cubicBezTo>
                  <a:pt x="97314" y="30837"/>
                  <a:pt x="90805" y="42436"/>
                  <a:pt x="90805" y="63897"/>
                </a:cubicBezTo>
                <a:lnTo>
                  <a:pt x="90805" y="92164"/>
                </a:lnTo>
                <a:lnTo>
                  <a:pt x="175657" y="92164"/>
                </a:lnTo>
                <a:lnTo>
                  <a:pt x="175657" y="101610"/>
                </a:lnTo>
                <a:lnTo>
                  <a:pt x="58976" y="101610"/>
                </a:lnTo>
                <a:cubicBezTo>
                  <a:pt x="34290" y="101610"/>
                  <a:pt x="12700" y="114598"/>
                  <a:pt x="5953" y="139254"/>
                </a:cubicBezTo>
                <a:cubicBezTo>
                  <a:pt x="-1826" y="167521"/>
                  <a:pt x="-2143" y="185162"/>
                  <a:pt x="5953" y="214680"/>
                </a:cubicBezTo>
                <a:cubicBezTo>
                  <a:pt x="11986" y="236627"/>
                  <a:pt x="26353" y="252323"/>
                  <a:pt x="51038" y="252323"/>
                </a:cubicBezTo>
                <a:lnTo>
                  <a:pt x="80169" y="252323"/>
                </a:lnTo>
                <a:lnTo>
                  <a:pt x="80169" y="218430"/>
                </a:lnTo>
                <a:cubicBezTo>
                  <a:pt x="80169" y="193913"/>
                  <a:pt x="104378" y="172313"/>
                  <a:pt x="133191" y="172313"/>
                </a:cubicBezTo>
                <a:close/>
                <a:moveTo>
                  <a:pt x="127953" y="44936"/>
                </a:moveTo>
                <a:cubicBezTo>
                  <a:pt x="136889" y="44936"/>
                  <a:pt x="144145" y="51285"/>
                  <a:pt x="144145" y="59105"/>
                </a:cubicBezTo>
                <a:cubicBezTo>
                  <a:pt x="144145" y="66924"/>
                  <a:pt x="136889" y="73273"/>
                  <a:pt x="127953" y="73273"/>
                </a:cubicBezTo>
                <a:cubicBezTo>
                  <a:pt x="119016" y="73273"/>
                  <a:pt x="111760" y="66924"/>
                  <a:pt x="111760" y="59105"/>
                </a:cubicBezTo>
                <a:cubicBezTo>
                  <a:pt x="111760" y="51285"/>
                  <a:pt x="119016" y="44936"/>
                  <a:pt x="127953" y="44936"/>
                </a:cubicBez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7" name="Text 4"/>
          <p:cNvSpPr/>
          <p:nvPr/>
        </p:nvSpPr>
        <p:spPr>
          <a:xfrm>
            <a:off x="1498600" y="16510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</a:t>
            </a:r>
            <a:pPr algn="l">
              <a:lnSpc>
                <a:spcPct val="13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Everybody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08500" y="1460500"/>
            <a:ext cx="3492500" cy="10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62500" y="171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57254" y="217319"/>
                </a:moveTo>
                <a:cubicBezTo>
                  <a:pt x="266330" y="212665"/>
                  <a:pt x="278924" y="208637"/>
                  <a:pt x="278924" y="208637"/>
                </a:cubicBezTo>
                <a:cubicBezTo>
                  <a:pt x="278924" y="208637"/>
                  <a:pt x="243086" y="213499"/>
                  <a:pt x="207433" y="215721"/>
                </a:cubicBezTo>
                <a:cubicBezTo>
                  <a:pt x="163817" y="218430"/>
                  <a:pt x="116959" y="218986"/>
                  <a:pt x="93438" y="216624"/>
                </a:cubicBezTo>
                <a:cubicBezTo>
                  <a:pt x="37783" y="211068"/>
                  <a:pt x="123997" y="195719"/>
                  <a:pt x="123997" y="195719"/>
                </a:cubicBezTo>
                <a:cubicBezTo>
                  <a:pt x="123997" y="195719"/>
                  <a:pt x="90567" y="194052"/>
                  <a:pt x="49358" y="208915"/>
                </a:cubicBezTo>
                <a:cubicBezTo>
                  <a:pt x="741" y="226556"/>
                  <a:pt x="169743" y="234613"/>
                  <a:pt x="257254" y="217319"/>
                </a:cubicBezTo>
                <a:close/>
                <a:moveTo>
                  <a:pt x="178170" y="195024"/>
                </a:moveTo>
                <a:cubicBezTo>
                  <a:pt x="160576" y="165368"/>
                  <a:pt x="101216" y="139323"/>
                  <a:pt x="178170" y="93762"/>
                </a:cubicBezTo>
                <a:cubicBezTo>
                  <a:pt x="274201" y="36949"/>
                  <a:pt x="224936" y="0"/>
                  <a:pt x="224936" y="0"/>
                </a:cubicBezTo>
                <a:cubicBezTo>
                  <a:pt x="244845" y="58688"/>
                  <a:pt x="154927" y="76468"/>
                  <a:pt x="122423" y="112931"/>
                </a:cubicBezTo>
                <a:cubicBezTo>
                  <a:pt x="100290" y="137864"/>
                  <a:pt x="133257" y="164604"/>
                  <a:pt x="178170" y="195024"/>
                </a:cubicBezTo>
                <a:close/>
                <a:moveTo>
                  <a:pt x="284295" y="72648"/>
                </a:moveTo>
                <a:cubicBezTo>
                  <a:pt x="284387" y="72648"/>
                  <a:pt x="122052" y="103068"/>
                  <a:pt x="199562" y="170021"/>
                </a:cubicBezTo>
                <a:cubicBezTo>
                  <a:pt x="222435" y="189746"/>
                  <a:pt x="193543" y="207526"/>
                  <a:pt x="193543" y="207526"/>
                </a:cubicBezTo>
                <a:cubicBezTo>
                  <a:pt x="193543" y="207526"/>
                  <a:pt x="251606" y="185023"/>
                  <a:pt x="224936" y="156895"/>
                </a:cubicBezTo>
                <a:cubicBezTo>
                  <a:pt x="200025" y="130641"/>
                  <a:pt x="180949" y="117584"/>
                  <a:pt x="284295" y="72648"/>
                </a:cubicBezTo>
                <a:close/>
                <a:moveTo>
                  <a:pt x="278646" y="260519"/>
                </a:moveTo>
                <a:cubicBezTo>
                  <a:pt x="278183" y="261213"/>
                  <a:pt x="277535" y="261769"/>
                  <a:pt x="276794" y="262324"/>
                </a:cubicBezTo>
                <a:cubicBezTo>
                  <a:pt x="395605" y="238919"/>
                  <a:pt x="351896" y="179745"/>
                  <a:pt x="295129" y="194747"/>
                </a:cubicBezTo>
                <a:cubicBezTo>
                  <a:pt x="292074" y="195580"/>
                  <a:pt x="289388" y="197108"/>
                  <a:pt x="287536" y="199122"/>
                </a:cubicBezTo>
                <a:cubicBezTo>
                  <a:pt x="290870" y="198219"/>
                  <a:pt x="294296" y="197525"/>
                  <a:pt x="297722" y="197039"/>
                </a:cubicBezTo>
                <a:cubicBezTo>
                  <a:pt x="326430" y="192524"/>
                  <a:pt x="367639" y="225862"/>
                  <a:pt x="278646" y="260519"/>
                </a:cubicBezTo>
                <a:close/>
                <a:moveTo>
                  <a:pt x="322263" y="303788"/>
                </a:moveTo>
                <a:cubicBezTo>
                  <a:pt x="322263" y="303788"/>
                  <a:pt x="335690" y="312053"/>
                  <a:pt x="307538" y="318512"/>
                </a:cubicBezTo>
                <a:cubicBezTo>
                  <a:pt x="253921" y="330666"/>
                  <a:pt x="84548" y="334347"/>
                  <a:pt x="37505" y="318998"/>
                </a:cubicBezTo>
                <a:cubicBezTo>
                  <a:pt x="20558" y="313511"/>
                  <a:pt x="52321" y="305802"/>
                  <a:pt x="62323" y="304205"/>
                </a:cubicBezTo>
                <a:cubicBezTo>
                  <a:pt x="72694" y="302538"/>
                  <a:pt x="78714" y="302816"/>
                  <a:pt x="78714" y="302816"/>
                </a:cubicBezTo>
                <a:cubicBezTo>
                  <a:pt x="59915" y="292884"/>
                  <a:pt x="-42876" y="322332"/>
                  <a:pt x="26485" y="330736"/>
                </a:cubicBezTo>
                <a:cubicBezTo>
                  <a:pt x="215583" y="353794"/>
                  <a:pt x="371343" y="320387"/>
                  <a:pt x="322263" y="303788"/>
                </a:cubicBezTo>
                <a:close/>
                <a:moveTo>
                  <a:pt x="115292" y="275034"/>
                </a:moveTo>
                <a:cubicBezTo>
                  <a:pt x="42413" y="290314"/>
                  <a:pt x="159650" y="321846"/>
                  <a:pt x="252439" y="292050"/>
                </a:cubicBezTo>
                <a:cubicBezTo>
                  <a:pt x="243364" y="289411"/>
                  <a:pt x="234659" y="286216"/>
                  <a:pt x="226325" y="282466"/>
                </a:cubicBezTo>
                <a:cubicBezTo>
                  <a:pt x="184931" y="288369"/>
                  <a:pt x="165761" y="288786"/>
                  <a:pt x="128164" y="285591"/>
                </a:cubicBezTo>
                <a:cubicBezTo>
                  <a:pt x="97142" y="282952"/>
                  <a:pt x="115292" y="275034"/>
                  <a:pt x="115292" y="275034"/>
                </a:cubicBezTo>
                <a:close/>
                <a:moveTo>
                  <a:pt x="281794" y="342543"/>
                </a:moveTo>
                <a:cubicBezTo>
                  <a:pt x="208915" y="352822"/>
                  <a:pt x="118996" y="351641"/>
                  <a:pt x="65749" y="345043"/>
                </a:cubicBezTo>
                <a:cubicBezTo>
                  <a:pt x="65749" y="344974"/>
                  <a:pt x="76676" y="351780"/>
                  <a:pt x="132794" y="354489"/>
                </a:cubicBezTo>
                <a:cubicBezTo>
                  <a:pt x="218175" y="358586"/>
                  <a:pt x="349303" y="352197"/>
                  <a:pt x="352359" y="321915"/>
                </a:cubicBezTo>
                <a:cubicBezTo>
                  <a:pt x="352359" y="321915"/>
                  <a:pt x="346432" y="333375"/>
                  <a:pt x="281794" y="342543"/>
                </a:cubicBezTo>
                <a:close/>
                <a:moveTo>
                  <a:pt x="241419" y="245170"/>
                </a:moveTo>
                <a:cubicBezTo>
                  <a:pt x="186597" y="253087"/>
                  <a:pt x="154834" y="252879"/>
                  <a:pt x="114737" y="249753"/>
                </a:cubicBezTo>
                <a:cubicBezTo>
                  <a:pt x="83714" y="247323"/>
                  <a:pt x="103994" y="236071"/>
                  <a:pt x="103994" y="236071"/>
                </a:cubicBezTo>
                <a:cubicBezTo>
                  <a:pt x="23614" y="256074"/>
                  <a:pt x="148630" y="278715"/>
                  <a:pt x="260959" y="254060"/>
                </a:cubicBezTo>
                <a:cubicBezTo>
                  <a:pt x="253735" y="252115"/>
                  <a:pt x="247068" y="249128"/>
                  <a:pt x="241419" y="245170"/>
                </a:cubicBez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0" name="Text 7"/>
          <p:cNvSpPr/>
          <p:nvPr/>
        </p:nvSpPr>
        <p:spPr>
          <a:xfrm>
            <a:off x="5245100" y="16510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</a:t>
            </a:r>
            <a:pPr algn="l">
              <a:lnSpc>
                <a:spcPct val="13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Programming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255000" y="1460500"/>
            <a:ext cx="3492500" cy="10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509000" y="171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744" y="833"/>
                </a:moveTo>
                <a:cubicBezTo>
                  <a:pt x="212249" y="-2570"/>
                  <a:pt x="201321" y="4306"/>
                  <a:pt x="198296" y="16113"/>
                </a:cubicBezTo>
                <a:lnTo>
                  <a:pt x="119274" y="327263"/>
                </a:lnTo>
                <a:cubicBezTo>
                  <a:pt x="116249" y="339070"/>
                  <a:pt x="122361" y="351363"/>
                  <a:pt x="132856" y="354767"/>
                </a:cubicBezTo>
                <a:cubicBezTo>
                  <a:pt x="143351" y="358170"/>
                  <a:pt x="154279" y="351294"/>
                  <a:pt x="157304" y="339487"/>
                </a:cubicBezTo>
                <a:lnTo>
                  <a:pt x="236326" y="28337"/>
                </a:lnTo>
                <a:cubicBezTo>
                  <a:pt x="239351" y="16530"/>
                  <a:pt x="233239" y="4237"/>
                  <a:pt x="222744" y="833"/>
                </a:cubicBezTo>
                <a:close/>
                <a:moveTo>
                  <a:pt x="262625" y="95359"/>
                </a:moveTo>
                <a:cubicBezTo>
                  <a:pt x="254908" y="104041"/>
                  <a:pt x="254908" y="118140"/>
                  <a:pt x="262625" y="126821"/>
                </a:cubicBezTo>
                <a:lnTo>
                  <a:pt x="307940" y="177800"/>
                </a:lnTo>
                <a:lnTo>
                  <a:pt x="262625" y="228779"/>
                </a:lnTo>
                <a:cubicBezTo>
                  <a:pt x="254908" y="237460"/>
                  <a:pt x="254908" y="251559"/>
                  <a:pt x="262625" y="260241"/>
                </a:cubicBezTo>
                <a:cubicBezTo>
                  <a:pt x="270342" y="268922"/>
                  <a:pt x="282875" y="268922"/>
                  <a:pt x="290592" y="260241"/>
                </a:cubicBezTo>
                <a:lnTo>
                  <a:pt x="349859" y="193566"/>
                </a:lnTo>
                <a:cubicBezTo>
                  <a:pt x="357576" y="184884"/>
                  <a:pt x="357576" y="170785"/>
                  <a:pt x="349859" y="162104"/>
                </a:cubicBezTo>
                <a:lnTo>
                  <a:pt x="290592" y="95429"/>
                </a:lnTo>
                <a:cubicBezTo>
                  <a:pt x="282875" y="86747"/>
                  <a:pt x="270342" y="86747"/>
                  <a:pt x="262625" y="95429"/>
                </a:cubicBezTo>
                <a:close/>
                <a:moveTo>
                  <a:pt x="93036" y="95359"/>
                </a:moveTo>
                <a:cubicBezTo>
                  <a:pt x="85319" y="86678"/>
                  <a:pt x="72787" y="86678"/>
                  <a:pt x="65070" y="95359"/>
                </a:cubicBezTo>
                <a:lnTo>
                  <a:pt x="5803" y="162034"/>
                </a:lnTo>
                <a:cubicBezTo>
                  <a:pt x="-1914" y="170716"/>
                  <a:pt x="-1914" y="184815"/>
                  <a:pt x="5803" y="193496"/>
                </a:cubicBezTo>
                <a:lnTo>
                  <a:pt x="65070" y="260171"/>
                </a:lnTo>
                <a:cubicBezTo>
                  <a:pt x="72787" y="268853"/>
                  <a:pt x="85319" y="268853"/>
                  <a:pt x="93036" y="260171"/>
                </a:cubicBezTo>
                <a:cubicBezTo>
                  <a:pt x="100753" y="251490"/>
                  <a:pt x="100753" y="237391"/>
                  <a:pt x="93036" y="228709"/>
                </a:cubicBezTo>
                <a:lnTo>
                  <a:pt x="47722" y="177800"/>
                </a:lnTo>
                <a:lnTo>
                  <a:pt x="92975" y="126821"/>
                </a:lnTo>
                <a:cubicBezTo>
                  <a:pt x="100692" y="118140"/>
                  <a:pt x="100692" y="104041"/>
                  <a:pt x="92975" y="95359"/>
                </a:cubicBez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3" name="Text 10"/>
          <p:cNvSpPr/>
          <p:nvPr/>
        </p:nvSpPr>
        <p:spPr>
          <a:xfrm>
            <a:off x="8991600" y="16510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C++</a:t>
            </a:r>
            <a:pPr algn="l">
              <a:lnSpc>
                <a:spcPct val="13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Competitive Programming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2001500" y="1460500"/>
            <a:ext cx="3492500" cy="10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2255500" y="171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44406" y="194469"/>
                </a:moveTo>
                <a:lnTo>
                  <a:pt x="111820" y="194469"/>
                </a:lnTo>
                <a:cubicBezTo>
                  <a:pt x="113834" y="239266"/>
                  <a:pt x="123765" y="280521"/>
                  <a:pt x="137864" y="310733"/>
                </a:cubicBezTo>
                <a:cubicBezTo>
                  <a:pt x="145782" y="327749"/>
                  <a:pt x="154325" y="339765"/>
                  <a:pt x="162242" y="347127"/>
                </a:cubicBezTo>
                <a:cubicBezTo>
                  <a:pt x="170021" y="354419"/>
                  <a:pt x="175369" y="355600"/>
                  <a:pt x="178147" y="355600"/>
                </a:cubicBezTo>
                <a:cubicBezTo>
                  <a:pt x="180925" y="355600"/>
                  <a:pt x="186273" y="354419"/>
                  <a:pt x="194052" y="347127"/>
                </a:cubicBezTo>
                <a:cubicBezTo>
                  <a:pt x="201970" y="339765"/>
                  <a:pt x="210512" y="327680"/>
                  <a:pt x="218430" y="310733"/>
                </a:cubicBezTo>
                <a:cubicBezTo>
                  <a:pt x="232529" y="280521"/>
                  <a:pt x="242461" y="239266"/>
                  <a:pt x="244475" y="194469"/>
                </a:cubicBezTo>
                <a:close/>
                <a:moveTo>
                  <a:pt x="111750" y="161131"/>
                </a:moveTo>
                <a:lnTo>
                  <a:pt x="244336" y="161131"/>
                </a:lnTo>
                <a:cubicBezTo>
                  <a:pt x="242391" y="116334"/>
                  <a:pt x="232460" y="75079"/>
                  <a:pt x="218361" y="44867"/>
                </a:cubicBezTo>
                <a:cubicBezTo>
                  <a:pt x="210443" y="27920"/>
                  <a:pt x="201900" y="15835"/>
                  <a:pt x="193983" y="8473"/>
                </a:cubicBezTo>
                <a:cubicBezTo>
                  <a:pt x="186204" y="1181"/>
                  <a:pt x="180856" y="0"/>
                  <a:pt x="178078" y="0"/>
                </a:cubicBezTo>
                <a:cubicBezTo>
                  <a:pt x="175300" y="0"/>
                  <a:pt x="169952" y="1181"/>
                  <a:pt x="162173" y="8473"/>
                </a:cubicBezTo>
                <a:cubicBezTo>
                  <a:pt x="154255" y="15835"/>
                  <a:pt x="145713" y="27920"/>
                  <a:pt x="137795" y="44867"/>
                </a:cubicBezTo>
                <a:cubicBezTo>
                  <a:pt x="123696" y="75079"/>
                  <a:pt x="113764" y="116334"/>
                  <a:pt x="111750" y="161131"/>
                </a:cubicBezTo>
                <a:close/>
                <a:moveTo>
                  <a:pt x="78413" y="161131"/>
                </a:moveTo>
                <a:cubicBezTo>
                  <a:pt x="80843" y="101679"/>
                  <a:pt x="96193" y="46464"/>
                  <a:pt x="118626" y="10210"/>
                </a:cubicBezTo>
                <a:cubicBezTo>
                  <a:pt x="54660" y="32851"/>
                  <a:pt x="7570" y="91122"/>
                  <a:pt x="1042" y="161131"/>
                </a:cubicBezTo>
                <a:lnTo>
                  <a:pt x="78413" y="161131"/>
                </a:lnTo>
                <a:close/>
                <a:moveTo>
                  <a:pt x="1042" y="194469"/>
                </a:moveTo>
                <a:cubicBezTo>
                  <a:pt x="7570" y="264478"/>
                  <a:pt x="54660" y="322749"/>
                  <a:pt x="118626" y="345390"/>
                </a:cubicBezTo>
                <a:cubicBezTo>
                  <a:pt x="96193" y="309136"/>
                  <a:pt x="80843" y="253921"/>
                  <a:pt x="78413" y="194469"/>
                </a:cubicBezTo>
                <a:lnTo>
                  <a:pt x="1042" y="194469"/>
                </a:lnTo>
                <a:close/>
                <a:moveTo>
                  <a:pt x="277743" y="194469"/>
                </a:moveTo>
                <a:cubicBezTo>
                  <a:pt x="275312" y="253921"/>
                  <a:pt x="259963" y="309136"/>
                  <a:pt x="237530" y="345390"/>
                </a:cubicBezTo>
                <a:cubicBezTo>
                  <a:pt x="301496" y="322679"/>
                  <a:pt x="348585" y="264478"/>
                  <a:pt x="355114" y="194469"/>
                </a:cubicBezTo>
                <a:lnTo>
                  <a:pt x="277743" y="194469"/>
                </a:lnTo>
                <a:close/>
                <a:moveTo>
                  <a:pt x="355114" y="161131"/>
                </a:moveTo>
                <a:cubicBezTo>
                  <a:pt x="348585" y="91122"/>
                  <a:pt x="301496" y="32851"/>
                  <a:pt x="237530" y="10210"/>
                </a:cubicBezTo>
                <a:cubicBezTo>
                  <a:pt x="259963" y="46464"/>
                  <a:pt x="275312" y="101679"/>
                  <a:pt x="277743" y="161131"/>
                </a:cubicBezTo>
                <a:lnTo>
                  <a:pt x="355114" y="161131"/>
                </a:ln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6" name="Text 13"/>
          <p:cNvSpPr/>
          <p:nvPr/>
        </p:nvSpPr>
        <p:spPr>
          <a:xfrm>
            <a:off x="12738100" y="16510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Stack</a:t>
            </a:r>
            <a:pPr algn="l">
              <a:lnSpc>
                <a:spcPct val="13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Web Development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62000" y="2794000"/>
            <a:ext cx="3492500" cy="10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016000" y="304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4817" y="44450"/>
                </a:moveTo>
                <a:cubicBezTo>
                  <a:pt x="14817" y="19933"/>
                  <a:pt x="41394" y="0"/>
                  <a:pt x="74083" y="0"/>
                </a:cubicBezTo>
                <a:lnTo>
                  <a:pt x="281517" y="0"/>
                </a:lnTo>
                <a:cubicBezTo>
                  <a:pt x="314206" y="0"/>
                  <a:pt x="340783" y="19933"/>
                  <a:pt x="340783" y="44450"/>
                </a:cubicBezTo>
                <a:lnTo>
                  <a:pt x="340783" y="311150"/>
                </a:lnTo>
                <a:cubicBezTo>
                  <a:pt x="340783" y="335667"/>
                  <a:pt x="314206" y="355600"/>
                  <a:pt x="281517" y="355600"/>
                </a:cubicBezTo>
                <a:lnTo>
                  <a:pt x="74083" y="355600"/>
                </a:lnTo>
                <a:cubicBezTo>
                  <a:pt x="41394" y="355600"/>
                  <a:pt x="14817" y="335667"/>
                  <a:pt x="14817" y="311150"/>
                </a:cubicBezTo>
                <a:lnTo>
                  <a:pt x="14817" y="44450"/>
                </a:lnTo>
                <a:close/>
                <a:moveTo>
                  <a:pt x="118533" y="305594"/>
                </a:moveTo>
                <a:cubicBezTo>
                  <a:pt x="118533" y="314831"/>
                  <a:pt x="128442" y="322263"/>
                  <a:pt x="140758" y="322263"/>
                </a:cubicBezTo>
                <a:lnTo>
                  <a:pt x="214842" y="322263"/>
                </a:lnTo>
                <a:cubicBezTo>
                  <a:pt x="227158" y="322263"/>
                  <a:pt x="237067" y="314831"/>
                  <a:pt x="237067" y="305594"/>
                </a:cubicBezTo>
                <a:cubicBezTo>
                  <a:pt x="237067" y="296356"/>
                  <a:pt x="227158" y="288925"/>
                  <a:pt x="214842" y="288925"/>
                </a:cubicBezTo>
                <a:lnTo>
                  <a:pt x="140758" y="288925"/>
                </a:lnTo>
                <a:cubicBezTo>
                  <a:pt x="128442" y="288925"/>
                  <a:pt x="118533" y="296356"/>
                  <a:pt x="118533" y="305594"/>
                </a:cubicBezTo>
                <a:close/>
                <a:moveTo>
                  <a:pt x="281517" y="44450"/>
                </a:moveTo>
                <a:lnTo>
                  <a:pt x="74083" y="44450"/>
                </a:lnTo>
                <a:lnTo>
                  <a:pt x="74083" y="255587"/>
                </a:lnTo>
                <a:lnTo>
                  <a:pt x="281517" y="255587"/>
                </a:lnTo>
                <a:lnTo>
                  <a:pt x="281517" y="44450"/>
                </a:ln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9" name="Text 16"/>
          <p:cNvSpPr/>
          <p:nvPr/>
        </p:nvSpPr>
        <p:spPr>
          <a:xfrm>
            <a:off x="1498600" y="29845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App</a:t>
            </a:r>
            <a:pPr algn="l">
              <a:lnSpc>
                <a:spcPct val="13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Development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08500" y="2794000"/>
            <a:ext cx="3492500" cy="10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62500" y="304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22238" y="16669"/>
                </a:moveTo>
                <a:cubicBezTo>
                  <a:pt x="122238" y="7431"/>
                  <a:pt x="114806" y="0"/>
                  <a:pt x="105569" y="0"/>
                </a:cubicBezTo>
                <a:cubicBezTo>
                  <a:pt x="96331" y="0"/>
                  <a:pt x="88900" y="7431"/>
                  <a:pt x="88900" y="16669"/>
                </a:cubicBezTo>
                <a:lnTo>
                  <a:pt x="88900" y="44450"/>
                </a:lnTo>
                <a:cubicBezTo>
                  <a:pt x="64383" y="44450"/>
                  <a:pt x="44450" y="64383"/>
                  <a:pt x="44450" y="88900"/>
                </a:cubicBezTo>
                <a:lnTo>
                  <a:pt x="16669" y="88900"/>
                </a:lnTo>
                <a:cubicBezTo>
                  <a:pt x="7431" y="88900"/>
                  <a:pt x="0" y="96331"/>
                  <a:pt x="0" y="105569"/>
                </a:cubicBezTo>
                <a:cubicBezTo>
                  <a:pt x="0" y="114806"/>
                  <a:pt x="7431" y="122238"/>
                  <a:pt x="16669" y="122238"/>
                </a:cubicBezTo>
                <a:lnTo>
                  <a:pt x="44450" y="122238"/>
                </a:lnTo>
                <a:lnTo>
                  <a:pt x="44450" y="161131"/>
                </a:lnTo>
                <a:lnTo>
                  <a:pt x="16669" y="161131"/>
                </a:lnTo>
                <a:cubicBezTo>
                  <a:pt x="7431" y="161131"/>
                  <a:pt x="0" y="168563"/>
                  <a:pt x="0" y="177800"/>
                </a:cubicBezTo>
                <a:cubicBezTo>
                  <a:pt x="0" y="187037"/>
                  <a:pt x="7431" y="194469"/>
                  <a:pt x="16669" y="194469"/>
                </a:cubicBezTo>
                <a:lnTo>
                  <a:pt x="44450" y="194469"/>
                </a:lnTo>
                <a:lnTo>
                  <a:pt x="44450" y="233363"/>
                </a:lnTo>
                <a:lnTo>
                  <a:pt x="16669" y="233363"/>
                </a:lnTo>
                <a:cubicBezTo>
                  <a:pt x="7431" y="233363"/>
                  <a:pt x="0" y="240794"/>
                  <a:pt x="0" y="250031"/>
                </a:cubicBezTo>
                <a:cubicBezTo>
                  <a:pt x="0" y="259269"/>
                  <a:pt x="7431" y="266700"/>
                  <a:pt x="16669" y="266700"/>
                </a:cubicBezTo>
                <a:lnTo>
                  <a:pt x="44450" y="266700"/>
                </a:lnTo>
                <a:cubicBezTo>
                  <a:pt x="44450" y="291217"/>
                  <a:pt x="64383" y="311150"/>
                  <a:pt x="88900" y="311150"/>
                </a:cubicBezTo>
                <a:lnTo>
                  <a:pt x="88900" y="338931"/>
                </a:lnTo>
                <a:cubicBezTo>
                  <a:pt x="88900" y="348169"/>
                  <a:pt x="96331" y="355600"/>
                  <a:pt x="105569" y="355600"/>
                </a:cubicBezTo>
                <a:cubicBezTo>
                  <a:pt x="114806" y="355600"/>
                  <a:pt x="122238" y="348169"/>
                  <a:pt x="122238" y="338931"/>
                </a:cubicBezTo>
                <a:lnTo>
                  <a:pt x="122238" y="311150"/>
                </a:lnTo>
                <a:lnTo>
                  <a:pt x="161131" y="311150"/>
                </a:lnTo>
                <a:lnTo>
                  <a:pt x="161131" y="338931"/>
                </a:lnTo>
                <a:cubicBezTo>
                  <a:pt x="161131" y="348169"/>
                  <a:pt x="168563" y="355600"/>
                  <a:pt x="177800" y="355600"/>
                </a:cubicBezTo>
                <a:cubicBezTo>
                  <a:pt x="187037" y="355600"/>
                  <a:pt x="194469" y="348169"/>
                  <a:pt x="194469" y="338931"/>
                </a:cubicBezTo>
                <a:lnTo>
                  <a:pt x="194469" y="311150"/>
                </a:lnTo>
                <a:lnTo>
                  <a:pt x="233363" y="311150"/>
                </a:lnTo>
                <a:lnTo>
                  <a:pt x="233363" y="338931"/>
                </a:lnTo>
                <a:cubicBezTo>
                  <a:pt x="233363" y="348169"/>
                  <a:pt x="240794" y="355600"/>
                  <a:pt x="250031" y="355600"/>
                </a:cubicBezTo>
                <a:cubicBezTo>
                  <a:pt x="259269" y="355600"/>
                  <a:pt x="266700" y="348169"/>
                  <a:pt x="266700" y="338931"/>
                </a:cubicBezTo>
                <a:lnTo>
                  <a:pt x="266700" y="311150"/>
                </a:lnTo>
                <a:cubicBezTo>
                  <a:pt x="291217" y="311150"/>
                  <a:pt x="311150" y="291217"/>
                  <a:pt x="311150" y="266700"/>
                </a:cubicBezTo>
                <a:lnTo>
                  <a:pt x="338931" y="266700"/>
                </a:lnTo>
                <a:cubicBezTo>
                  <a:pt x="348169" y="266700"/>
                  <a:pt x="355600" y="259269"/>
                  <a:pt x="355600" y="250031"/>
                </a:cubicBezTo>
                <a:cubicBezTo>
                  <a:pt x="355600" y="240794"/>
                  <a:pt x="348169" y="233363"/>
                  <a:pt x="338931" y="233363"/>
                </a:cubicBezTo>
                <a:lnTo>
                  <a:pt x="311150" y="233363"/>
                </a:lnTo>
                <a:lnTo>
                  <a:pt x="311150" y="194469"/>
                </a:lnTo>
                <a:lnTo>
                  <a:pt x="338931" y="194469"/>
                </a:lnTo>
                <a:cubicBezTo>
                  <a:pt x="348169" y="194469"/>
                  <a:pt x="355600" y="187037"/>
                  <a:pt x="355600" y="177800"/>
                </a:cubicBezTo>
                <a:cubicBezTo>
                  <a:pt x="355600" y="168563"/>
                  <a:pt x="348169" y="161131"/>
                  <a:pt x="338931" y="161131"/>
                </a:cubicBezTo>
                <a:lnTo>
                  <a:pt x="311150" y="161131"/>
                </a:lnTo>
                <a:lnTo>
                  <a:pt x="311150" y="122238"/>
                </a:lnTo>
                <a:lnTo>
                  <a:pt x="338931" y="122238"/>
                </a:lnTo>
                <a:cubicBezTo>
                  <a:pt x="348169" y="122238"/>
                  <a:pt x="355600" y="114806"/>
                  <a:pt x="355600" y="105569"/>
                </a:cubicBezTo>
                <a:cubicBezTo>
                  <a:pt x="355600" y="96331"/>
                  <a:pt x="348169" y="88900"/>
                  <a:pt x="338931" y="88900"/>
                </a:cubicBezTo>
                <a:lnTo>
                  <a:pt x="311150" y="88900"/>
                </a:lnTo>
                <a:cubicBezTo>
                  <a:pt x="311150" y="64383"/>
                  <a:pt x="291217" y="44450"/>
                  <a:pt x="266700" y="44450"/>
                </a:cubicBezTo>
                <a:lnTo>
                  <a:pt x="266700" y="16669"/>
                </a:lnTo>
                <a:cubicBezTo>
                  <a:pt x="266700" y="7431"/>
                  <a:pt x="259269" y="0"/>
                  <a:pt x="250031" y="0"/>
                </a:cubicBezTo>
                <a:cubicBezTo>
                  <a:pt x="240794" y="0"/>
                  <a:pt x="233363" y="7431"/>
                  <a:pt x="233363" y="16669"/>
                </a:cubicBezTo>
                <a:lnTo>
                  <a:pt x="233363" y="44450"/>
                </a:lnTo>
                <a:lnTo>
                  <a:pt x="194469" y="44450"/>
                </a:lnTo>
                <a:lnTo>
                  <a:pt x="194469" y="16669"/>
                </a:lnTo>
                <a:cubicBezTo>
                  <a:pt x="194469" y="7431"/>
                  <a:pt x="187037" y="0"/>
                  <a:pt x="177800" y="0"/>
                </a:cubicBezTo>
                <a:cubicBezTo>
                  <a:pt x="168563" y="0"/>
                  <a:pt x="161131" y="7431"/>
                  <a:pt x="161131" y="16669"/>
                </a:cubicBezTo>
                <a:lnTo>
                  <a:pt x="161131" y="44450"/>
                </a:lnTo>
                <a:lnTo>
                  <a:pt x="122238" y="44450"/>
                </a:lnTo>
                <a:lnTo>
                  <a:pt x="122238" y="16669"/>
                </a:lnTo>
                <a:close/>
                <a:moveTo>
                  <a:pt x="111125" y="88900"/>
                </a:moveTo>
                <a:lnTo>
                  <a:pt x="244475" y="88900"/>
                </a:lnTo>
                <a:cubicBezTo>
                  <a:pt x="256768" y="88900"/>
                  <a:pt x="266700" y="98832"/>
                  <a:pt x="266700" y="111125"/>
                </a:cubicBezTo>
                <a:lnTo>
                  <a:pt x="266700" y="244475"/>
                </a:lnTo>
                <a:cubicBezTo>
                  <a:pt x="266700" y="256768"/>
                  <a:pt x="256768" y="266700"/>
                  <a:pt x="244475" y="266700"/>
                </a:cubicBezTo>
                <a:lnTo>
                  <a:pt x="111125" y="266700"/>
                </a:lnTo>
                <a:cubicBezTo>
                  <a:pt x="98832" y="266700"/>
                  <a:pt x="88900" y="256768"/>
                  <a:pt x="88900" y="244475"/>
                </a:cubicBezTo>
                <a:lnTo>
                  <a:pt x="88900" y="111125"/>
                </a:lnTo>
                <a:cubicBezTo>
                  <a:pt x="88900" y="98832"/>
                  <a:pt x="98832" y="88900"/>
                  <a:pt x="111125" y="88900"/>
                </a:cubicBezTo>
                <a:close/>
                <a:moveTo>
                  <a:pt x="122238" y="122238"/>
                </a:moveTo>
                <a:lnTo>
                  <a:pt x="122238" y="233363"/>
                </a:lnTo>
                <a:lnTo>
                  <a:pt x="233363" y="233363"/>
                </a:lnTo>
                <a:lnTo>
                  <a:pt x="233363" y="122238"/>
                </a:lnTo>
                <a:lnTo>
                  <a:pt x="122238" y="122238"/>
                </a:ln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22" name="Text 19"/>
          <p:cNvSpPr/>
          <p:nvPr/>
        </p:nvSpPr>
        <p:spPr>
          <a:xfrm>
            <a:off x="5245100" y="29845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VLSI</a:t>
            </a:r>
            <a:pPr algn="l">
              <a:lnSpc>
                <a:spcPct val="13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Design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8255000" y="2794000"/>
            <a:ext cx="3492500" cy="10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509000" y="304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31084" y="146199"/>
                </a:moveTo>
                <a:cubicBezTo>
                  <a:pt x="237863" y="143907"/>
                  <a:pt x="244975" y="147935"/>
                  <a:pt x="248031" y="155783"/>
                </a:cubicBezTo>
                <a:lnTo>
                  <a:pt x="258366" y="181898"/>
                </a:lnTo>
                <a:cubicBezTo>
                  <a:pt x="264089" y="182870"/>
                  <a:pt x="269700" y="184815"/>
                  <a:pt x="274979" y="187523"/>
                </a:cubicBezTo>
                <a:lnTo>
                  <a:pt x="294426" y="171341"/>
                </a:lnTo>
                <a:cubicBezTo>
                  <a:pt x="300260" y="166479"/>
                  <a:pt x="307983" y="167451"/>
                  <a:pt x="312928" y="173633"/>
                </a:cubicBezTo>
                <a:lnTo>
                  <a:pt x="323596" y="186968"/>
                </a:lnTo>
                <a:cubicBezTo>
                  <a:pt x="328541" y="193149"/>
                  <a:pt x="329319" y="202873"/>
                  <a:pt x="325430" y="210096"/>
                </a:cubicBezTo>
                <a:lnTo>
                  <a:pt x="312483" y="234335"/>
                </a:lnTo>
                <a:cubicBezTo>
                  <a:pt x="313539" y="237599"/>
                  <a:pt x="314484" y="241002"/>
                  <a:pt x="315262" y="244544"/>
                </a:cubicBezTo>
                <a:cubicBezTo>
                  <a:pt x="316039" y="248087"/>
                  <a:pt x="316540" y="251559"/>
                  <a:pt x="316928" y="255101"/>
                </a:cubicBezTo>
                <a:lnTo>
                  <a:pt x="337876" y="268020"/>
                </a:lnTo>
                <a:cubicBezTo>
                  <a:pt x="344154" y="271909"/>
                  <a:pt x="347377" y="280799"/>
                  <a:pt x="345543" y="289203"/>
                </a:cubicBezTo>
                <a:lnTo>
                  <a:pt x="341654" y="307400"/>
                </a:lnTo>
                <a:cubicBezTo>
                  <a:pt x="339820" y="315803"/>
                  <a:pt x="333542" y="321499"/>
                  <a:pt x="326541" y="320943"/>
                </a:cubicBezTo>
                <a:lnTo>
                  <a:pt x="303205" y="319068"/>
                </a:lnTo>
                <a:cubicBezTo>
                  <a:pt x="299704" y="324693"/>
                  <a:pt x="295648" y="329902"/>
                  <a:pt x="291036" y="334347"/>
                </a:cubicBezTo>
                <a:lnTo>
                  <a:pt x="292537" y="363448"/>
                </a:lnTo>
                <a:cubicBezTo>
                  <a:pt x="292981" y="372199"/>
                  <a:pt x="288425" y="380117"/>
                  <a:pt x="281702" y="382339"/>
                </a:cubicBezTo>
                <a:lnTo>
                  <a:pt x="267145" y="387201"/>
                </a:lnTo>
                <a:cubicBezTo>
                  <a:pt x="260366" y="389493"/>
                  <a:pt x="253309" y="385465"/>
                  <a:pt x="250198" y="377617"/>
                </a:cubicBezTo>
                <a:lnTo>
                  <a:pt x="239863" y="351502"/>
                </a:lnTo>
                <a:cubicBezTo>
                  <a:pt x="234140" y="350530"/>
                  <a:pt x="228529" y="348585"/>
                  <a:pt x="223250" y="345877"/>
                </a:cubicBezTo>
                <a:lnTo>
                  <a:pt x="203803" y="362059"/>
                </a:lnTo>
                <a:cubicBezTo>
                  <a:pt x="197969" y="366921"/>
                  <a:pt x="190246" y="365949"/>
                  <a:pt x="185301" y="359767"/>
                </a:cubicBezTo>
                <a:lnTo>
                  <a:pt x="174633" y="346432"/>
                </a:lnTo>
                <a:cubicBezTo>
                  <a:pt x="169688" y="340251"/>
                  <a:pt x="168910" y="330597"/>
                  <a:pt x="172799" y="323304"/>
                </a:cubicBezTo>
                <a:lnTo>
                  <a:pt x="185745" y="298996"/>
                </a:lnTo>
                <a:cubicBezTo>
                  <a:pt x="184690" y="295731"/>
                  <a:pt x="183745" y="292328"/>
                  <a:pt x="182967" y="288786"/>
                </a:cubicBezTo>
                <a:cubicBezTo>
                  <a:pt x="182189" y="285244"/>
                  <a:pt x="181689" y="281702"/>
                  <a:pt x="181300" y="278229"/>
                </a:cubicBezTo>
                <a:lnTo>
                  <a:pt x="160353" y="265311"/>
                </a:lnTo>
                <a:cubicBezTo>
                  <a:pt x="154075" y="261422"/>
                  <a:pt x="150908" y="252532"/>
                  <a:pt x="152686" y="244128"/>
                </a:cubicBezTo>
                <a:lnTo>
                  <a:pt x="156575" y="225931"/>
                </a:lnTo>
                <a:cubicBezTo>
                  <a:pt x="158409" y="217527"/>
                  <a:pt x="164687" y="211832"/>
                  <a:pt x="171688" y="212388"/>
                </a:cubicBezTo>
                <a:lnTo>
                  <a:pt x="194969" y="214263"/>
                </a:lnTo>
                <a:cubicBezTo>
                  <a:pt x="198469" y="208637"/>
                  <a:pt x="202525" y="203428"/>
                  <a:pt x="207137" y="198983"/>
                </a:cubicBezTo>
                <a:lnTo>
                  <a:pt x="205637" y="169952"/>
                </a:lnTo>
                <a:cubicBezTo>
                  <a:pt x="205192" y="161201"/>
                  <a:pt x="209748" y="153283"/>
                  <a:pt x="216471" y="151061"/>
                </a:cubicBezTo>
                <a:lnTo>
                  <a:pt x="231029" y="146199"/>
                </a:lnTo>
                <a:close/>
                <a:moveTo>
                  <a:pt x="249142" y="236141"/>
                </a:moveTo>
                <a:cubicBezTo>
                  <a:pt x="235649" y="236160"/>
                  <a:pt x="224707" y="249869"/>
                  <a:pt x="224723" y="266735"/>
                </a:cubicBezTo>
                <a:cubicBezTo>
                  <a:pt x="224738" y="283601"/>
                  <a:pt x="235705" y="297279"/>
                  <a:pt x="249198" y="297259"/>
                </a:cubicBezTo>
                <a:cubicBezTo>
                  <a:pt x="262691" y="297240"/>
                  <a:pt x="273633" y="283531"/>
                  <a:pt x="273618" y="266665"/>
                </a:cubicBezTo>
                <a:cubicBezTo>
                  <a:pt x="273602" y="249799"/>
                  <a:pt x="262635" y="236121"/>
                  <a:pt x="249142" y="236141"/>
                </a:cubicBezTo>
                <a:close/>
                <a:moveTo>
                  <a:pt x="124960" y="-31601"/>
                </a:moveTo>
                <a:lnTo>
                  <a:pt x="139517" y="-26739"/>
                </a:lnTo>
                <a:cubicBezTo>
                  <a:pt x="146241" y="-24448"/>
                  <a:pt x="150797" y="-16530"/>
                  <a:pt x="150352" y="-7848"/>
                </a:cubicBezTo>
                <a:lnTo>
                  <a:pt x="148852" y="21183"/>
                </a:lnTo>
                <a:cubicBezTo>
                  <a:pt x="153464" y="25628"/>
                  <a:pt x="157520" y="30768"/>
                  <a:pt x="161020" y="36463"/>
                </a:cubicBezTo>
                <a:lnTo>
                  <a:pt x="184356" y="34588"/>
                </a:lnTo>
                <a:cubicBezTo>
                  <a:pt x="191302" y="34032"/>
                  <a:pt x="197636" y="39727"/>
                  <a:pt x="199469" y="48131"/>
                </a:cubicBezTo>
                <a:lnTo>
                  <a:pt x="203359" y="66328"/>
                </a:lnTo>
                <a:cubicBezTo>
                  <a:pt x="205137" y="74732"/>
                  <a:pt x="201970" y="83622"/>
                  <a:pt x="195691" y="87511"/>
                </a:cubicBezTo>
                <a:lnTo>
                  <a:pt x="174744" y="100429"/>
                </a:lnTo>
                <a:cubicBezTo>
                  <a:pt x="174355" y="103971"/>
                  <a:pt x="173800" y="107513"/>
                  <a:pt x="173077" y="110986"/>
                </a:cubicBezTo>
                <a:cubicBezTo>
                  <a:pt x="172355" y="114459"/>
                  <a:pt x="171355" y="117931"/>
                  <a:pt x="170299" y="121196"/>
                </a:cubicBezTo>
                <a:lnTo>
                  <a:pt x="183245" y="145504"/>
                </a:lnTo>
                <a:cubicBezTo>
                  <a:pt x="187135" y="152797"/>
                  <a:pt x="186357" y="162451"/>
                  <a:pt x="181412" y="168632"/>
                </a:cubicBezTo>
                <a:lnTo>
                  <a:pt x="170744" y="181967"/>
                </a:lnTo>
                <a:cubicBezTo>
                  <a:pt x="165799" y="188149"/>
                  <a:pt x="158075" y="189121"/>
                  <a:pt x="152241" y="184259"/>
                </a:cubicBezTo>
                <a:lnTo>
                  <a:pt x="132794" y="168077"/>
                </a:lnTo>
                <a:cubicBezTo>
                  <a:pt x="127516" y="170785"/>
                  <a:pt x="121904" y="172730"/>
                  <a:pt x="116181" y="173702"/>
                </a:cubicBezTo>
                <a:lnTo>
                  <a:pt x="105847" y="199817"/>
                </a:lnTo>
                <a:cubicBezTo>
                  <a:pt x="102735" y="207665"/>
                  <a:pt x="95623" y="211624"/>
                  <a:pt x="88900" y="209401"/>
                </a:cubicBezTo>
                <a:lnTo>
                  <a:pt x="74343" y="204539"/>
                </a:lnTo>
                <a:cubicBezTo>
                  <a:pt x="67564" y="202248"/>
                  <a:pt x="63063" y="194330"/>
                  <a:pt x="63508" y="185648"/>
                </a:cubicBezTo>
                <a:lnTo>
                  <a:pt x="65008" y="156547"/>
                </a:lnTo>
                <a:cubicBezTo>
                  <a:pt x="60396" y="152102"/>
                  <a:pt x="56340" y="146963"/>
                  <a:pt x="52840" y="141268"/>
                </a:cubicBezTo>
                <a:lnTo>
                  <a:pt x="29504" y="143143"/>
                </a:lnTo>
                <a:cubicBezTo>
                  <a:pt x="22558" y="143699"/>
                  <a:pt x="16224" y="138003"/>
                  <a:pt x="14391" y="129600"/>
                </a:cubicBezTo>
                <a:lnTo>
                  <a:pt x="10501" y="111403"/>
                </a:lnTo>
                <a:cubicBezTo>
                  <a:pt x="8723" y="102999"/>
                  <a:pt x="11890" y="94109"/>
                  <a:pt x="18169" y="90220"/>
                </a:cubicBezTo>
                <a:lnTo>
                  <a:pt x="39116" y="77301"/>
                </a:lnTo>
                <a:cubicBezTo>
                  <a:pt x="39505" y="73759"/>
                  <a:pt x="40061" y="70287"/>
                  <a:pt x="40783" y="66744"/>
                </a:cubicBezTo>
                <a:cubicBezTo>
                  <a:pt x="41561" y="63202"/>
                  <a:pt x="42450" y="59799"/>
                  <a:pt x="43561" y="56535"/>
                </a:cubicBezTo>
                <a:lnTo>
                  <a:pt x="30615" y="32296"/>
                </a:lnTo>
                <a:cubicBezTo>
                  <a:pt x="26726" y="25003"/>
                  <a:pt x="27503" y="15349"/>
                  <a:pt x="32448" y="9168"/>
                </a:cubicBezTo>
                <a:lnTo>
                  <a:pt x="43116" y="-4167"/>
                </a:lnTo>
                <a:cubicBezTo>
                  <a:pt x="48062" y="-10349"/>
                  <a:pt x="55785" y="-11321"/>
                  <a:pt x="61619" y="-6459"/>
                </a:cubicBezTo>
                <a:lnTo>
                  <a:pt x="81066" y="9723"/>
                </a:lnTo>
                <a:cubicBezTo>
                  <a:pt x="86344" y="7015"/>
                  <a:pt x="91956" y="5070"/>
                  <a:pt x="97679" y="4098"/>
                </a:cubicBezTo>
                <a:lnTo>
                  <a:pt x="108013" y="-22017"/>
                </a:lnTo>
                <a:cubicBezTo>
                  <a:pt x="111125" y="-29865"/>
                  <a:pt x="118181" y="-33824"/>
                  <a:pt x="124960" y="-31601"/>
                </a:cubicBezTo>
                <a:close/>
                <a:moveTo>
                  <a:pt x="106902" y="58341"/>
                </a:moveTo>
                <a:cubicBezTo>
                  <a:pt x="93409" y="58341"/>
                  <a:pt x="82455" y="72034"/>
                  <a:pt x="82455" y="88900"/>
                </a:cubicBezTo>
                <a:cubicBezTo>
                  <a:pt x="82455" y="105766"/>
                  <a:pt x="93409" y="119459"/>
                  <a:pt x="106902" y="119459"/>
                </a:cubicBezTo>
                <a:cubicBezTo>
                  <a:pt x="120395" y="119459"/>
                  <a:pt x="131350" y="105766"/>
                  <a:pt x="131350" y="88900"/>
                </a:cubicBezTo>
                <a:cubicBezTo>
                  <a:pt x="131350" y="72034"/>
                  <a:pt x="120395" y="58341"/>
                  <a:pt x="106902" y="58341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25" name="Text 22"/>
          <p:cNvSpPr/>
          <p:nvPr/>
        </p:nvSpPr>
        <p:spPr>
          <a:xfrm>
            <a:off x="8991600" y="29845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Robotics</a:t>
            </a:r>
            <a:pPr algn="l">
              <a:lnSpc>
                <a:spcPct val="13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&amp; Automation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12001500" y="2794000"/>
            <a:ext cx="3492500" cy="10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12255500" y="304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93901" y="81538"/>
                </a:moveTo>
                <a:lnTo>
                  <a:pt x="75773" y="133350"/>
                </a:lnTo>
                <a:lnTo>
                  <a:pt x="279827" y="133350"/>
                </a:lnTo>
                <a:lnTo>
                  <a:pt x="261699" y="81538"/>
                </a:lnTo>
                <a:cubicBezTo>
                  <a:pt x="258574" y="72648"/>
                  <a:pt x="250170" y="66675"/>
                  <a:pt x="240725" y="66675"/>
                </a:cubicBezTo>
                <a:lnTo>
                  <a:pt x="114875" y="66675"/>
                </a:lnTo>
                <a:cubicBezTo>
                  <a:pt x="105430" y="66675"/>
                  <a:pt x="97026" y="72648"/>
                  <a:pt x="93901" y="81538"/>
                </a:cubicBezTo>
                <a:close/>
                <a:moveTo>
                  <a:pt x="27503" y="136684"/>
                </a:moveTo>
                <a:lnTo>
                  <a:pt x="51951" y="66883"/>
                </a:lnTo>
                <a:cubicBezTo>
                  <a:pt x="61327" y="40144"/>
                  <a:pt x="86539" y="22225"/>
                  <a:pt x="114875" y="22225"/>
                </a:cubicBezTo>
                <a:lnTo>
                  <a:pt x="240725" y="22225"/>
                </a:lnTo>
                <a:cubicBezTo>
                  <a:pt x="269061" y="22225"/>
                  <a:pt x="294273" y="40144"/>
                  <a:pt x="303649" y="66883"/>
                </a:cubicBezTo>
                <a:lnTo>
                  <a:pt x="328097" y="136684"/>
                </a:lnTo>
                <a:cubicBezTo>
                  <a:pt x="344210" y="143351"/>
                  <a:pt x="355600" y="159256"/>
                  <a:pt x="355600" y="177800"/>
                </a:cubicBezTo>
                <a:lnTo>
                  <a:pt x="355600" y="311150"/>
                </a:lnTo>
                <a:cubicBezTo>
                  <a:pt x="355600" y="323443"/>
                  <a:pt x="345668" y="333375"/>
                  <a:pt x="333375" y="333375"/>
                </a:cubicBezTo>
                <a:lnTo>
                  <a:pt x="311150" y="333375"/>
                </a:lnTo>
                <a:cubicBezTo>
                  <a:pt x="298857" y="333375"/>
                  <a:pt x="288925" y="323443"/>
                  <a:pt x="288925" y="311150"/>
                </a:cubicBezTo>
                <a:lnTo>
                  <a:pt x="288925" y="288925"/>
                </a:lnTo>
                <a:lnTo>
                  <a:pt x="66675" y="288925"/>
                </a:lnTo>
                <a:lnTo>
                  <a:pt x="66675" y="311150"/>
                </a:lnTo>
                <a:cubicBezTo>
                  <a:pt x="66675" y="323443"/>
                  <a:pt x="56743" y="333375"/>
                  <a:pt x="44450" y="333375"/>
                </a:cubicBezTo>
                <a:lnTo>
                  <a:pt x="22225" y="333375"/>
                </a:lnTo>
                <a:cubicBezTo>
                  <a:pt x="9932" y="333375"/>
                  <a:pt x="0" y="323443"/>
                  <a:pt x="0" y="311150"/>
                </a:cubicBezTo>
                <a:lnTo>
                  <a:pt x="0" y="177800"/>
                </a:lnTo>
                <a:cubicBezTo>
                  <a:pt x="0" y="159256"/>
                  <a:pt x="11390" y="143351"/>
                  <a:pt x="27503" y="136684"/>
                </a:cubicBezTo>
                <a:close/>
                <a:moveTo>
                  <a:pt x="88900" y="211138"/>
                </a:moveTo>
                <a:cubicBezTo>
                  <a:pt x="88900" y="198871"/>
                  <a:pt x="78941" y="188913"/>
                  <a:pt x="66675" y="188913"/>
                </a:cubicBezTo>
                <a:cubicBezTo>
                  <a:pt x="54409" y="188913"/>
                  <a:pt x="44450" y="198871"/>
                  <a:pt x="44450" y="211138"/>
                </a:cubicBezTo>
                <a:cubicBezTo>
                  <a:pt x="44450" y="223404"/>
                  <a:pt x="54409" y="233363"/>
                  <a:pt x="66675" y="233363"/>
                </a:cubicBezTo>
                <a:cubicBezTo>
                  <a:pt x="78941" y="233363"/>
                  <a:pt x="88900" y="223404"/>
                  <a:pt x="88900" y="211138"/>
                </a:cubicBezTo>
                <a:close/>
                <a:moveTo>
                  <a:pt x="288925" y="233363"/>
                </a:moveTo>
                <a:cubicBezTo>
                  <a:pt x="301191" y="233363"/>
                  <a:pt x="311150" y="223404"/>
                  <a:pt x="311150" y="211138"/>
                </a:cubicBezTo>
                <a:cubicBezTo>
                  <a:pt x="311150" y="198871"/>
                  <a:pt x="301191" y="188913"/>
                  <a:pt x="288925" y="188913"/>
                </a:cubicBezTo>
                <a:cubicBezTo>
                  <a:pt x="276659" y="188913"/>
                  <a:pt x="266700" y="198871"/>
                  <a:pt x="266700" y="211138"/>
                </a:cubicBezTo>
                <a:cubicBezTo>
                  <a:pt x="266700" y="223404"/>
                  <a:pt x="276659" y="233363"/>
                  <a:pt x="288925" y="233363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28" name="Text 25"/>
          <p:cNvSpPr/>
          <p:nvPr/>
        </p:nvSpPr>
        <p:spPr>
          <a:xfrm>
            <a:off x="12738100" y="2984500"/>
            <a:ext cx="254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Electric Vehicles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762000" y="4127500"/>
            <a:ext cx="4699000" cy="1016000"/>
          </a:xfrm>
          <a:prstGeom prst="roundRect">
            <a:avLst>
              <a:gd name="adj" fmla="val 8000"/>
            </a:avLst>
          </a:prstGeom>
          <a:solidFill>
            <a:srgbClr val="1B4F8F"/>
          </a:solidFill>
          <a:ln/>
          <a:effectLst>
            <a:outerShdw sx="100000" sy="100000" kx="0" ky="0" algn="bl" rotWithShape="0" blurRad="76200" dist="25400" dir="5400000">
              <a:srgbClr val="1b4f8f">
                <a:alpha val="18824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016000" y="4381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75195" y="22225"/>
                </a:moveTo>
                <a:cubicBezTo>
                  <a:pt x="56674" y="22225"/>
                  <a:pt x="40622" y="36671"/>
                  <a:pt x="36610" y="57021"/>
                </a:cubicBezTo>
                <a:lnTo>
                  <a:pt x="5927" y="212596"/>
                </a:lnTo>
                <a:cubicBezTo>
                  <a:pt x="432" y="240377"/>
                  <a:pt x="19200" y="266700"/>
                  <a:pt x="44450" y="266700"/>
                </a:cubicBezTo>
                <a:lnTo>
                  <a:pt x="158106" y="266700"/>
                </a:lnTo>
                <a:lnTo>
                  <a:pt x="158106" y="311150"/>
                </a:lnTo>
                <a:lnTo>
                  <a:pt x="118595" y="311150"/>
                </a:lnTo>
                <a:cubicBezTo>
                  <a:pt x="107668" y="311150"/>
                  <a:pt x="98840" y="321082"/>
                  <a:pt x="98840" y="333375"/>
                </a:cubicBezTo>
                <a:cubicBezTo>
                  <a:pt x="98840" y="345668"/>
                  <a:pt x="107668" y="355600"/>
                  <a:pt x="118595" y="355600"/>
                </a:cubicBezTo>
                <a:lnTo>
                  <a:pt x="237128" y="355600"/>
                </a:lnTo>
                <a:cubicBezTo>
                  <a:pt x="248056" y="355600"/>
                  <a:pt x="256884" y="345668"/>
                  <a:pt x="256884" y="333375"/>
                </a:cubicBezTo>
                <a:cubicBezTo>
                  <a:pt x="256884" y="321082"/>
                  <a:pt x="248056" y="311150"/>
                  <a:pt x="237128" y="311150"/>
                </a:cubicBezTo>
                <a:lnTo>
                  <a:pt x="197617" y="311150"/>
                </a:lnTo>
                <a:lnTo>
                  <a:pt x="197617" y="266700"/>
                </a:lnTo>
                <a:lnTo>
                  <a:pt x="311273" y="266700"/>
                </a:lnTo>
                <a:cubicBezTo>
                  <a:pt x="336524" y="266700"/>
                  <a:pt x="355353" y="240377"/>
                  <a:pt x="349859" y="212596"/>
                </a:cubicBezTo>
                <a:lnTo>
                  <a:pt x="319114" y="57021"/>
                </a:lnTo>
                <a:cubicBezTo>
                  <a:pt x="315101" y="36671"/>
                  <a:pt x="299111" y="22225"/>
                  <a:pt x="280591" y="22225"/>
                </a:cubicBezTo>
                <a:lnTo>
                  <a:pt x="75195" y="22225"/>
                </a:lnTo>
                <a:close/>
                <a:moveTo>
                  <a:pt x="151624" y="66675"/>
                </a:moveTo>
                <a:lnTo>
                  <a:pt x="204223" y="66675"/>
                </a:lnTo>
                <a:lnTo>
                  <a:pt x="208730" y="127794"/>
                </a:lnTo>
                <a:lnTo>
                  <a:pt x="147117" y="127794"/>
                </a:lnTo>
                <a:lnTo>
                  <a:pt x="151624" y="66675"/>
                </a:lnTo>
                <a:close/>
                <a:moveTo>
                  <a:pt x="117360" y="127794"/>
                </a:moveTo>
                <a:lnTo>
                  <a:pt x="63156" y="127794"/>
                </a:lnTo>
                <a:lnTo>
                  <a:pt x="75256" y="66675"/>
                </a:lnTo>
                <a:lnTo>
                  <a:pt x="121929" y="66675"/>
                </a:lnTo>
                <a:lnTo>
                  <a:pt x="117422" y="127794"/>
                </a:lnTo>
                <a:close/>
                <a:moveTo>
                  <a:pt x="56550" y="161131"/>
                </a:moveTo>
                <a:lnTo>
                  <a:pt x="114891" y="161131"/>
                </a:lnTo>
                <a:lnTo>
                  <a:pt x="110384" y="222250"/>
                </a:lnTo>
                <a:lnTo>
                  <a:pt x="44512" y="222250"/>
                </a:lnTo>
                <a:lnTo>
                  <a:pt x="56612" y="161131"/>
                </a:lnTo>
                <a:close/>
                <a:moveTo>
                  <a:pt x="144586" y="161131"/>
                </a:moveTo>
                <a:lnTo>
                  <a:pt x="211138" y="161131"/>
                </a:lnTo>
                <a:lnTo>
                  <a:pt x="215644" y="222250"/>
                </a:lnTo>
                <a:lnTo>
                  <a:pt x="140018" y="222250"/>
                </a:lnTo>
                <a:lnTo>
                  <a:pt x="144524" y="161131"/>
                </a:lnTo>
                <a:close/>
                <a:moveTo>
                  <a:pt x="240894" y="161131"/>
                </a:moveTo>
                <a:lnTo>
                  <a:pt x="299235" y="161131"/>
                </a:lnTo>
                <a:lnTo>
                  <a:pt x="311335" y="222250"/>
                </a:lnTo>
                <a:lnTo>
                  <a:pt x="245463" y="222250"/>
                </a:lnTo>
                <a:lnTo>
                  <a:pt x="240956" y="161131"/>
                </a:lnTo>
                <a:close/>
                <a:moveTo>
                  <a:pt x="292629" y="127794"/>
                </a:moveTo>
                <a:lnTo>
                  <a:pt x="238425" y="127794"/>
                </a:lnTo>
                <a:lnTo>
                  <a:pt x="233918" y="66675"/>
                </a:lnTo>
                <a:lnTo>
                  <a:pt x="280591" y="66675"/>
                </a:lnTo>
                <a:lnTo>
                  <a:pt x="292691" y="127794"/>
                </a:ln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31" name="Text 28"/>
          <p:cNvSpPr/>
          <p:nvPr/>
        </p:nvSpPr>
        <p:spPr>
          <a:xfrm>
            <a:off x="1498600" y="4318000"/>
            <a:ext cx="368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Renewable Energy</a:t>
            </a:r>
            <a:pPr algn="l">
              <a:lnSpc>
                <a:spcPct val="13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Systems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5778500" y="4127500"/>
            <a:ext cx="4699000" cy="1016000"/>
          </a:xfrm>
          <a:prstGeom prst="roundRect">
            <a:avLst>
              <a:gd name="adj" fmla="val 8000"/>
            </a:avLst>
          </a:prstGeom>
          <a:solidFill>
            <a:srgbClr val="1B4F8F"/>
          </a:solidFill>
          <a:ln/>
          <a:effectLst>
            <a:outerShdw sx="100000" sy="100000" kx="0" ky="0" algn="bl" rotWithShape="0" blurRad="76200" dist="25400" dir="5400000">
              <a:srgbClr val="1b4f8f">
                <a:alpha val="18824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6032500" y="4381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58983" y="66675"/>
                </a:moveTo>
                <a:cubicBezTo>
                  <a:pt x="248735" y="66675"/>
                  <a:pt x="238795" y="69800"/>
                  <a:pt x="230090" y="75496"/>
                </a:cubicBezTo>
                <a:cubicBezTo>
                  <a:pt x="220336" y="64383"/>
                  <a:pt x="208977" y="55076"/>
                  <a:pt x="196444" y="48062"/>
                </a:cubicBezTo>
                <a:cubicBezTo>
                  <a:pt x="213854" y="31393"/>
                  <a:pt x="236017" y="22225"/>
                  <a:pt x="258983" y="22225"/>
                </a:cubicBezTo>
                <a:cubicBezTo>
                  <a:pt x="312323" y="22225"/>
                  <a:pt x="355600" y="70842"/>
                  <a:pt x="355600" y="130919"/>
                </a:cubicBezTo>
                <a:cubicBezTo>
                  <a:pt x="355600" y="159742"/>
                  <a:pt x="345414" y="187385"/>
                  <a:pt x="327325" y="207734"/>
                </a:cubicBezTo>
                <a:lnTo>
                  <a:pt x="283430" y="257115"/>
                </a:lnTo>
                <a:cubicBezTo>
                  <a:pt x="265342" y="277465"/>
                  <a:pt x="240771" y="288925"/>
                  <a:pt x="215150" y="288925"/>
                </a:cubicBezTo>
                <a:cubicBezTo>
                  <a:pt x="161810" y="288925"/>
                  <a:pt x="118533" y="240308"/>
                  <a:pt x="118533" y="180231"/>
                </a:cubicBezTo>
                <a:cubicBezTo>
                  <a:pt x="118533" y="179189"/>
                  <a:pt x="118533" y="178147"/>
                  <a:pt x="118595" y="177105"/>
                </a:cubicBezTo>
                <a:cubicBezTo>
                  <a:pt x="118904" y="164812"/>
                  <a:pt x="127979" y="155158"/>
                  <a:pt x="138906" y="155506"/>
                </a:cubicBezTo>
                <a:cubicBezTo>
                  <a:pt x="149834" y="155853"/>
                  <a:pt x="158415" y="166062"/>
                  <a:pt x="158106" y="178356"/>
                </a:cubicBezTo>
                <a:cubicBezTo>
                  <a:pt x="158106" y="178981"/>
                  <a:pt x="158106" y="179606"/>
                  <a:pt x="158106" y="180161"/>
                </a:cubicBezTo>
                <a:cubicBezTo>
                  <a:pt x="158106" y="215652"/>
                  <a:pt x="183665" y="244406"/>
                  <a:pt x="215212" y="244406"/>
                </a:cubicBezTo>
                <a:cubicBezTo>
                  <a:pt x="230337" y="244406"/>
                  <a:pt x="244845" y="237669"/>
                  <a:pt x="255588" y="225584"/>
                </a:cubicBezTo>
                <a:lnTo>
                  <a:pt x="299482" y="176203"/>
                </a:lnTo>
                <a:cubicBezTo>
                  <a:pt x="310162" y="164187"/>
                  <a:pt x="316212" y="147796"/>
                  <a:pt x="316212" y="130780"/>
                </a:cubicBezTo>
                <a:cubicBezTo>
                  <a:pt x="316212" y="95290"/>
                  <a:pt x="290654" y="66536"/>
                  <a:pt x="259106" y="66536"/>
                </a:cubicBezTo>
                <a:close/>
                <a:moveTo>
                  <a:pt x="169898" y="120362"/>
                </a:moveTo>
                <a:cubicBezTo>
                  <a:pt x="168725" y="119807"/>
                  <a:pt x="167552" y="119043"/>
                  <a:pt x="166502" y="118209"/>
                </a:cubicBezTo>
                <a:cubicBezTo>
                  <a:pt x="158724" y="113695"/>
                  <a:pt x="149834" y="111125"/>
                  <a:pt x="140511" y="111125"/>
                </a:cubicBezTo>
                <a:cubicBezTo>
                  <a:pt x="125386" y="111125"/>
                  <a:pt x="110878" y="117862"/>
                  <a:pt x="100136" y="129947"/>
                </a:cubicBezTo>
                <a:lnTo>
                  <a:pt x="56242" y="179328"/>
                </a:lnTo>
                <a:cubicBezTo>
                  <a:pt x="45561" y="191343"/>
                  <a:pt x="39511" y="207734"/>
                  <a:pt x="39511" y="224750"/>
                </a:cubicBezTo>
                <a:cubicBezTo>
                  <a:pt x="39511" y="260241"/>
                  <a:pt x="65070" y="288994"/>
                  <a:pt x="96617" y="288994"/>
                </a:cubicBezTo>
                <a:cubicBezTo>
                  <a:pt x="106803" y="288994"/>
                  <a:pt x="116743" y="285939"/>
                  <a:pt x="125448" y="280243"/>
                </a:cubicBezTo>
                <a:cubicBezTo>
                  <a:pt x="135202" y="291356"/>
                  <a:pt x="146562" y="300663"/>
                  <a:pt x="159156" y="307677"/>
                </a:cubicBezTo>
                <a:cubicBezTo>
                  <a:pt x="141746" y="324277"/>
                  <a:pt x="119645" y="333514"/>
                  <a:pt x="96617" y="333514"/>
                </a:cubicBezTo>
                <a:cubicBezTo>
                  <a:pt x="43277" y="333514"/>
                  <a:pt x="0" y="284897"/>
                  <a:pt x="0" y="224820"/>
                </a:cubicBezTo>
                <a:cubicBezTo>
                  <a:pt x="0" y="195997"/>
                  <a:pt x="10186" y="168354"/>
                  <a:pt x="28275" y="148005"/>
                </a:cubicBezTo>
                <a:lnTo>
                  <a:pt x="72170" y="98623"/>
                </a:lnTo>
                <a:cubicBezTo>
                  <a:pt x="90258" y="78274"/>
                  <a:pt x="114829" y="66814"/>
                  <a:pt x="140450" y="66814"/>
                </a:cubicBezTo>
                <a:cubicBezTo>
                  <a:pt x="193913" y="66814"/>
                  <a:pt x="237067" y="115848"/>
                  <a:pt x="237067" y="175786"/>
                </a:cubicBezTo>
                <a:cubicBezTo>
                  <a:pt x="237067" y="176689"/>
                  <a:pt x="237067" y="177592"/>
                  <a:pt x="237067" y="178495"/>
                </a:cubicBezTo>
                <a:cubicBezTo>
                  <a:pt x="236820" y="190788"/>
                  <a:pt x="227745" y="200442"/>
                  <a:pt x="216817" y="200164"/>
                </a:cubicBezTo>
                <a:cubicBezTo>
                  <a:pt x="205890" y="199886"/>
                  <a:pt x="197309" y="189676"/>
                  <a:pt x="197556" y="177383"/>
                </a:cubicBezTo>
                <a:cubicBezTo>
                  <a:pt x="197556" y="176828"/>
                  <a:pt x="197556" y="176341"/>
                  <a:pt x="197556" y="175786"/>
                </a:cubicBezTo>
                <a:cubicBezTo>
                  <a:pt x="197556" y="152380"/>
                  <a:pt x="186443" y="131822"/>
                  <a:pt x="169898" y="120501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34" name="Text 31"/>
          <p:cNvSpPr/>
          <p:nvPr/>
        </p:nvSpPr>
        <p:spPr>
          <a:xfrm>
            <a:off x="6515100" y="4318000"/>
            <a:ext cx="368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Blockchain</a:t>
            </a:r>
            <a:pPr algn="l">
              <a:lnSpc>
                <a:spcPct val="13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Technology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NPTEL | IITs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37 / 43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 Success Roadmap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2000" y="1079500"/>
            <a:ext cx="762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Text 2"/>
          <p:cNvSpPr/>
          <p:nvPr/>
        </p:nvSpPr>
        <p:spPr>
          <a:xfrm>
            <a:off x="762000" y="1333500"/>
            <a:ext cx="1016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 semester-by-semester plan to maximize NPTEL benefits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524000" y="2222500"/>
            <a:ext cx="0" cy="4318000"/>
          </a:xfrm>
          <a:prstGeom prst="straightConnector1">
            <a:avLst/>
          </a:prstGeom>
          <a:noFill/>
          <a:ln w="38100">
            <a:solidFill>
              <a:srgbClr val="1B4F8F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1371600" y="2159000"/>
            <a:ext cx="304800" cy="304800"/>
          </a:xfrm>
          <a:prstGeom prst="ellipse">
            <a:avLst/>
          </a:prstGeom>
          <a:solidFill>
            <a:srgbClr val="1B4F8F"/>
          </a:solidFill>
          <a:ln/>
        </p:spPr>
      </p:sp>
      <p:sp>
        <p:nvSpPr>
          <p:cNvPr id="8" name="Shape 5"/>
          <p:cNvSpPr/>
          <p:nvPr/>
        </p:nvSpPr>
        <p:spPr>
          <a:xfrm>
            <a:off x="1968500" y="1968500"/>
            <a:ext cx="6350000" cy="82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159000" y="2095500"/>
            <a:ext cx="1651000" cy="2794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10" name="Text 7"/>
          <p:cNvSpPr/>
          <p:nvPr/>
        </p:nvSpPr>
        <p:spPr>
          <a:xfrm>
            <a:off x="2159000" y="2095500"/>
            <a:ext cx="165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 1-2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159000" y="2413000"/>
            <a:ext cx="596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Programming fundamentals + Soft skills courses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371600" y="3175000"/>
            <a:ext cx="304800" cy="304800"/>
          </a:xfrm>
          <a:prstGeom prst="ellipse">
            <a:avLst/>
          </a:prstGeom>
          <a:solidFill>
            <a:srgbClr val="1B4F8F"/>
          </a:solidFill>
          <a:ln/>
        </p:spPr>
      </p:sp>
      <p:sp>
        <p:nvSpPr>
          <p:cNvPr id="13" name="Shape 10"/>
          <p:cNvSpPr/>
          <p:nvPr/>
        </p:nvSpPr>
        <p:spPr>
          <a:xfrm>
            <a:off x="1968500" y="2984500"/>
            <a:ext cx="6350000" cy="825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159000" y="3111500"/>
            <a:ext cx="1651000" cy="2794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15" name="Text 12"/>
          <p:cNvSpPr/>
          <p:nvPr/>
        </p:nvSpPr>
        <p:spPr>
          <a:xfrm>
            <a:off x="2159000" y="3111500"/>
            <a:ext cx="165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 3-4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159000" y="3429000"/>
            <a:ext cx="596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engineering + Emerging tech exploration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1371600" y="4191000"/>
            <a:ext cx="304800" cy="30480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18" name="Shape 15"/>
          <p:cNvSpPr/>
          <p:nvPr/>
        </p:nvSpPr>
        <p:spPr>
          <a:xfrm>
            <a:off x="1968500" y="4000500"/>
            <a:ext cx="6350000" cy="825500"/>
          </a:xfrm>
          <a:prstGeom prst="roundRect">
            <a:avLst>
              <a:gd name="adj" fmla="val 8000"/>
            </a:avLst>
          </a:prstGeom>
          <a:solidFill>
            <a:srgbClr val="1B4F8F"/>
          </a:solidFill>
          <a:ln/>
          <a:effectLst>
            <a:outerShdw sx="100000" sy="100000" kx="0" ky="0" algn="bl" rotWithShape="0" blurRad="76200" dist="25400" dir="5400000">
              <a:srgbClr val="1b4f8f">
                <a:alpha val="18824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159000" y="4127500"/>
            <a:ext cx="1651000" cy="279400"/>
          </a:xfrm>
          <a:prstGeom prst="roundRect">
            <a:avLst>
              <a:gd name="adj" fmla="val 50000"/>
            </a:avLst>
          </a:prstGeom>
          <a:solidFill>
            <a:srgbClr val="FFFFFF">
              <a:alpha val="18824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2159000" y="4127500"/>
            <a:ext cx="165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 5-6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159000" y="4445000"/>
            <a:ext cx="596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Domain specialization + AI/ML courses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1371600" y="5207000"/>
            <a:ext cx="304800" cy="30480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23" name="Shape 20"/>
          <p:cNvSpPr/>
          <p:nvPr/>
        </p:nvSpPr>
        <p:spPr>
          <a:xfrm>
            <a:off x="1968500" y="5016500"/>
            <a:ext cx="6350000" cy="825500"/>
          </a:xfrm>
          <a:prstGeom prst="roundRect">
            <a:avLst>
              <a:gd name="adj" fmla="val 8000"/>
            </a:avLst>
          </a:prstGeom>
          <a:solidFill>
            <a:srgbClr val="1B4F8F"/>
          </a:solidFill>
          <a:ln/>
          <a:effectLst>
            <a:outerShdw sx="100000" sy="100000" kx="0" ky="0" algn="bl" rotWithShape="0" blurRad="76200" dist="25400" dir="5400000">
              <a:srgbClr val="1b4f8f">
                <a:alpha val="18824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159000" y="5143500"/>
            <a:ext cx="1651000" cy="279400"/>
          </a:xfrm>
          <a:prstGeom prst="roundRect">
            <a:avLst>
              <a:gd name="adj" fmla="val 50000"/>
            </a:avLst>
          </a:prstGeom>
          <a:solidFill>
            <a:srgbClr val="FFFFFF">
              <a:alpha val="18824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2159000" y="5143500"/>
            <a:ext cx="165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 7-8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2159000" y="5461000"/>
            <a:ext cx="596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topics + GATE/Placement preparation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8890000" y="1968500"/>
            <a:ext cx="6604000" cy="3873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6275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9207500" y="2159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Your Target</a:t>
            </a:r>
            <a:endParaRPr lang="en-US" sz="2000" dirty="0"/>
          </a:p>
        </p:txBody>
      </p:sp>
      <p:sp>
        <p:nvSpPr>
          <p:cNvPr id="29" name="Shape 26"/>
          <p:cNvSpPr/>
          <p:nvPr/>
        </p:nvSpPr>
        <p:spPr>
          <a:xfrm>
            <a:off x="9207500" y="2565400"/>
            <a:ext cx="5969000" cy="0"/>
          </a:xfrm>
          <a:prstGeom prst="straightConnector1">
            <a:avLst/>
          </a:prstGeom>
          <a:noFill/>
          <a:ln w="12700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30" name="Text 27"/>
          <p:cNvSpPr/>
          <p:nvPr/>
        </p:nvSpPr>
        <p:spPr>
          <a:xfrm>
            <a:off x="9207500" y="2794000"/>
            <a:ext cx="5969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5200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 Certifications</a:t>
            </a:r>
            <a:endParaRPr lang="en-US" sz="5200" dirty="0"/>
          </a:p>
        </p:txBody>
      </p:sp>
      <p:sp>
        <p:nvSpPr>
          <p:cNvPr id="31" name="Text 28"/>
          <p:cNvSpPr/>
          <p:nvPr/>
        </p:nvSpPr>
        <p:spPr>
          <a:xfrm>
            <a:off x="9207500" y="3746500"/>
            <a:ext cx="596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per semester x 8 semesters = 8 certificates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9207500" y="4318000"/>
            <a:ext cx="5969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5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ctr"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4-5 Elite certificates</a:t>
            </a:r>
            <a:endParaRPr lang="en-US" sz="1500" dirty="0"/>
          </a:p>
          <a:p>
            <a:pPr algn="ctr">
              <a:lnSpc>
                <a:spcPct val="160000"/>
              </a:lnSpc>
            </a:pPr>
            <a:r>
              <a:rPr lang="en-US" sz="15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ctr"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1-2 Domain certificates</a:t>
            </a:r>
            <a:endParaRPr lang="en-US" sz="1500" dirty="0"/>
          </a:p>
          <a:p>
            <a:pPr algn="ctr">
              <a:lnSpc>
                <a:spcPct val="160000"/>
              </a:lnSpc>
            </a:pPr>
            <a:r>
              <a:rPr lang="en-US" sz="1500" dirty="0">
                <a:solidFill>
                  <a:srgbClr val="E877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 algn="ctr">
              <a:lnSpc>
                <a:spcPct val="16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20+ academic credits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NPTEL | IITs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38 / 43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508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Tips for Completing NPTEL Successfully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2000" y="1079500"/>
            <a:ext cx="762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2"/>
          <p:cNvSpPr/>
          <p:nvPr/>
        </p:nvSpPr>
        <p:spPr>
          <a:xfrm>
            <a:off x="762000" y="1460500"/>
            <a:ext cx="4699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16000" y="1714500"/>
            <a:ext cx="457200" cy="45720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7" name="Text 4"/>
          <p:cNvSpPr/>
          <p:nvPr/>
        </p:nvSpPr>
        <p:spPr>
          <a:xfrm>
            <a:off x="1016000" y="1714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25600" y="1651000"/>
            <a:ext cx="355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</a:t>
            </a:r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weekly calendar reminders</a:t>
            </a:r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lectures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778500" y="1460500"/>
            <a:ext cx="4699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032500" y="1714500"/>
            <a:ext cx="457200" cy="45720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11" name="Text 8"/>
          <p:cNvSpPr/>
          <p:nvPr/>
        </p:nvSpPr>
        <p:spPr>
          <a:xfrm>
            <a:off x="6032500" y="1714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642100" y="1651000"/>
            <a:ext cx="355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assignments </a:t>
            </a:r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 Sunday</a:t>
            </a:r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deadline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0795000" y="1460500"/>
            <a:ext cx="4699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1049000" y="1714500"/>
            <a:ext cx="457200" cy="45720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15" name="Text 12"/>
          <p:cNvSpPr/>
          <p:nvPr/>
        </p:nvSpPr>
        <p:spPr>
          <a:xfrm>
            <a:off x="11049000" y="1714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658600" y="1651000"/>
            <a:ext cx="355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Join </a:t>
            </a:r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discussion forums</a:t>
            </a:r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actively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62000" y="2921000"/>
            <a:ext cx="4699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016000" y="3175000"/>
            <a:ext cx="457200" cy="457200"/>
          </a:xfrm>
          <a:prstGeom prst="ellipse">
            <a:avLst/>
          </a:prstGeom>
          <a:solidFill>
            <a:srgbClr val="1B4F8F"/>
          </a:solidFill>
          <a:ln/>
        </p:spPr>
      </p:sp>
      <p:sp>
        <p:nvSpPr>
          <p:cNvPr id="19" name="Text 16"/>
          <p:cNvSpPr/>
          <p:nvPr/>
        </p:nvSpPr>
        <p:spPr>
          <a:xfrm>
            <a:off x="1016000" y="3175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625600" y="3111500"/>
            <a:ext cx="355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 </a:t>
            </a:r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study groups</a:t>
            </a:r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classmates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778500" y="2921000"/>
            <a:ext cx="4699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032500" y="3175000"/>
            <a:ext cx="457200" cy="457200"/>
          </a:xfrm>
          <a:prstGeom prst="ellipse">
            <a:avLst/>
          </a:prstGeom>
          <a:solidFill>
            <a:srgbClr val="1B4F8F"/>
          </a:solidFill>
          <a:ln/>
        </p:spPr>
      </p:sp>
      <p:sp>
        <p:nvSpPr>
          <p:cNvPr id="23" name="Text 20"/>
          <p:cNvSpPr/>
          <p:nvPr/>
        </p:nvSpPr>
        <p:spPr>
          <a:xfrm>
            <a:off x="6032500" y="3175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642100" y="3111500"/>
            <a:ext cx="355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PDF transcripts</a:t>
            </a:r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quick revision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10795000" y="2921000"/>
            <a:ext cx="4699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049000" y="3175000"/>
            <a:ext cx="457200" cy="457200"/>
          </a:xfrm>
          <a:prstGeom prst="ellipse">
            <a:avLst/>
          </a:prstGeom>
          <a:solidFill>
            <a:srgbClr val="1B4F8F"/>
          </a:solidFill>
          <a:ln/>
        </p:spPr>
      </p:sp>
      <p:sp>
        <p:nvSpPr>
          <p:cNvPr id="27" name="Text 24"/>
          <p:cNvSpPr/>
          <p:nvPr/>
        </p:nvSpPr>
        <p:spPr>
          <a:xfrm>
            <a:off x="11049000" y="3175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1658600" y="3111500"/>
            <a:ext cx="355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Practice </a:t>
            </a:r>
            <a:pPr algn="l">
              <a:lnSpc>
                <a:spcPct val="14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previous year</a:t>
            </a:r>
            <a:pPr algn="l">
              <a:lnSpc>
                <a:spcPct val="14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exam questions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762000" y="4508500"/>
            <a:ext cx="14732000" cy="1143000"/>
          </a:xfrm>
          <a:prstGeom prst="roundRect">
            <a:avLst>
              <a:gd name="adj" fmla="val 8000"/>
            </a:avLst>
          </a:prstGeom>
          <a:solidFill>
            <a:srgbClr val="1B4F8F"/>
          </a:solidFill>
          <a:ln/>
          <a:effectLst>
            <a:outerShdw sx="100000" sy="100000" kx="0" ky="0" algn="bl" rotWithShape="0" blurRad="101600" dist="38100" dir="5400000">
              <a:srgbClr val="1b4f8f">
                <a:alpha val="18824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143000" y="4762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44500" y="254000"/>
                </a:moveTo>
                <a:cubicBezTo>
                  <a:pt x="444500" y="148860"/>
                  <a:pt x="359140" y="63500"/>
                  <a:pt x="254000" y="63500"/>
                </a:cubicBezTo>
                <a:cubicBezTo>
                  <a:pt x="148860" y="63500"/>
                  <a:pt x="63500" y="148860"/>
                  <a:pt x="63500" y="254000"/>
                </a:cubicBezTo>
                <a:cubicBezTo>
                  <a:pt x="63500" y="359140"/>
                  <a:pt x="148860" y="444500"/>
                  <a:pt x="254000" y="444500"/>
                </a:cubicBezTo>
                <a:cubicBezTo>
                  <a:pt x="359140" y="444500"/>
                  <a:pt x="444500" y="359140"/>
                  <a:pt x="444500" y="254000"/>
                </a:cubicBezTo>
                <a:close/>
                <a:moveTo>
                  <a:pt x="0" y="254000"/>
                </a:moveTo>
                <a:cubicBezTo>
                  <a:pt x="0" y="113814"/>
                  <a:pt x="113814" y="0"/>
                  <a:pt x="254000" y="0"/>
                </a:cubicBezTo>
                <a:cubicBezTo>
                  <a:pt x="394186" y="0"/>
                  <a:pt x="508000" y="113814"/>
                  <a:pt x="508000" y="254000"/>
                </a:cubicBezTo>
                <a:cubicBezTo>
                  <a:pt x="508000" y="394186"/>
                  <a:pt x="394186" y="508000"/>
                  <a:pt x="254000" y="508000"/>
                </a:cubicBezTo>
                <a:cubicBezTo>
                  <a:pt x="113814" y="508000"/>
                  <a:pt x="0" y="394186"/>
                  <a:pt x="0" y="254000"/>
                </a:cubicBezTo>
                <a:close/>
                <a:moveTo>
                  <a:pt x="254000" y="333375"/>
                </a:moveTo>
                <a:cubicBezTo>
                  <a:pt x="297808" y="333375"/>
                  <a:pt x="333375" y="297808"/>
                  <a:pt x="333375" y="254000"/>
                </a:cubicBezTo>
                <a:cubicBezTo>
                  <a:pt x="333375" y="210192"/>
                  <a:pt x="297808" y="174625"/>
                  <a:pt x="254000" y="174625"/>
                </a:cubicBezTo>
                <a:cubicBezTo>
                  <a:pt x="210192" y="174625"/>
                  <a:pt x="174625" y="210192"/>
                  <a:pt x="174625" y="254000"/>
                </a:cubicBezTo>
                <a:cubicBezTo>
                  <a:pt x="174625" y="297808"/>
                  <a:pt x="210192" y="333375"/>
                  <a:pt x="254000" y="333375"/>
                </a:cubicBezTo>
                <a:close/>
                <a:moveTo>
                  <a:pt x="254000" y="111125"/>
                </a:moveTo>
                <a:cubicBezTo>
                  <a:pt x="332855" y="111125"/>
                  <a:pt x="396875" y="175145"/>
                  <a:pt x="396875" y="254000"/>
                </a:cubicBezTo>
                <a:cubicBezTo>
                  <a:pt x="396875" y="332855"/>
                  <a:pt x="332855" y="396875"/>
                  <a:pt x="254000" y="396875"/>
                </a:cubicBezTo>
                <a:cubicBezTo>
                  <a:pt x="175145" y="396875"/>
                  <a:pt x="111125" y="332855"/>
                  <a:pt x="111125" y="254000"/>
                </a:cubicBezTo>
                <a:cubicBezTo>
                  <a:pt x="111125" y="175145"/>
                  <a:pt x="175145" y="111125"/>
                  <a:pt x="254000" y="111125"/>
                </a:cubicBezTo>
                <a:close/>
                <a:moveTo>
                  <a:pt x="222250" y="254000"/>
                </a:moveTo>
                <a:cubicBezTo>
                  <a:pt x="222250" y="236477"/>
                  <a:pt x="236477" y="222250"/>
                  <a:pt x="254000" y="222250"/>
                </a:cubicBezTo>
                <a:cubicBezTo>
                  <a:pt x="271523" y="222250"/>
                  <a:pt x="285750" y="236477"/>
                  <a:pt x="285750" y="254000"/>
                </a:cubicBezTo>
                <a:cubicBezTo>
                  <a:pt x="285750" y="271523"/>
                  <a:pt x="271523" y="285750"/>
                  <a:pt x="254000" y="285750"/>
                </a:cubicBezTo>
                <a:cubicBezTo>
                  <a:pt x="236477" y="285750"/>
                  <a:pt x="222250" y="271523"/>
                  <a:pt x="222250" y="254000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31" name="Text 28"/>
          <p:cNvSpPr/>
          <p:nvPr/>
        </p:nvSpPr>
        <p:spPr>
          <a:xfrm>
            <a:off x="1841500" y="4699000"/>
            <a:ext cx="1333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Always aim for </a:t>
            </a:r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Elite certificate (75%+)</a:t>
            </a:r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it carries maximum weight in placements and credit transfer.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NPTEL | IITs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39 / 43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508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2000" y="1079500"/>
            <a:ext cx="762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2"/>
          <p:cNvSpPr/>
          <p:nvPr/>
        </p:nvSpPr>
        <p:spPr>
          <a:xfrm>
            <a:off x="762000" y="1460500"/>
            <a:ext cx="7112000" cy="889000"/>
          </a:xfrm>
          <a:prstGeom prst="roundRect">
            <a:avLst>
              <a:gd name="adj" fmla="val 8000"/>
            </a:avLst>
          </a:prstGeom>
          <a:solidFill>
            <a:srgbClr val="1B4F8F"/>
          </a:solidFill>
          <a:ln/>
          <a:effectLst>
            <a:outerShdw sx="100000" sy="100000" kx="0" ky="0" algn="bl" rotWithShape="0" blurRad="76200" dist="25400" dir="5400000">
              <a:srgbClr val="1b4f8f">
                <a:alpha val="18824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79500" y="16891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9633" y="135989"/>
                </a:moveTo>
                <a:lnTo>
                  <a:pt x="158785" y="195788"/>
                </a:lnTo>
                <a:cubicBezTo>
                  <a:pt x="164835" y="198566"/>
                  <a:pt x="171256" y="200025"/>
                  <a:pt x="177800" y="200025"/>
                </a:cubicBezTo>
                <a:cubicBezTo>
                  <a:pt x="184344" y="200025"/>
                  <a:pt x="190765" y="198566"/>
                  <a:pt x="196815" y="195788"/>
                </a:cubicBezTo>
                <a:lnTo>
                  <a:pt x="346463" y="126474"/>
                </a:lnTo>
                <a:cubicBezTo>
                  <a:pt x="352019" y="123904"/>
                  <a:pt x="355600" y="117862"/>
                  <a:pt x="355600" y="111125"/>
                </a:cubicBezTo>
                <a:cubicBezTo>
                  <a:pt x="355600" y="104388"/>
                  <a:pt x="352019" y="98346"/>
                  <a:pt x="346463" y="95776"/>
                </a:cubicBezTo>
                <a:lnTo>
                  <a:pt x="196815" y="26462"/>
                </a:lnTo>
                <a:cubicBezTo>
                  <a:pt x="190765" y="23684"/>
                  <a:pt x="184344" y="22225"/>
                  <a:pt x="177800" y="22225"/>
                </a:cubicBezTo>
                <a:cubicBezTo>
                  <a:pt x="171256" y="22225"/>
                  <a:pt x="164835" y="23684"/>
                  <a:pt x="158785" y="26462"/>
                </a:cubicBezTo>
                <a:lnTo>
                  <a:pt x="9137" y="95776"/>
                </a:lnTo>
                <a:cubicBezTo>
                  <a:pt x="3581" y="98346"/>
                  <a:pt x="0" y="104388"/>
                  <a:pt x="0" y="111125"/>
                </a:cubicBezTo>
                <a:lnTo>
                  <a:pt x="0" y="316706"/>
                </a:lnTo>
                <a:cubicBezTo>
                  <a:pt x="0" y="325944"/>
                  <a:pt x="6606" y="333375"/>
                  <a:pt x="14817" y="333375"/>
                </a:cubicBezTo>
                <a:cubicBezTo>
                  <a:pt x="23028" y="333375"/>
                  <a:pt x="29633" y="325944"/>
                  <a:pt x="29633" y="316706"/>
                </a:cubicBezTo>
                <a:lnTo>
                  <a:pt x="29633" y="135989"/>
                </a:lnTo>
                <a:close/>
                <a:moveTo>
                  <a:pt x="59267" y="185787"/>
                </a:moveTo>
                <a:lnTo>
                  <a:pt x="59267" y="266700"/>
                </a:lnTo>
                <a:cubicBezTo>
                  <a:pt x="59267" y="303510"/>
                  <a:pt x="112360" y="333375"/>
                  <a:pt x="177800" y="333375"/>
                </a:cubicBezTo>
                <a:cubicBezTo>
                  <a:pt x="243240" y="333375"/>
                  <a:pt x="296333" y="303510"/>
                  <a:pt x="296333" y="266700"/>
                </a:cubicBezTo>
                <a:lnTo>
                  <a:pt x="296333" y="185718"/>
                </a:lnTo>
                <a:lnTo>
                  <a:pt x="208112" y="226626"/>
                </a:lnTo>
                <a:cubicBezTo>
                  <a:pt x="198482" y="231071"/>
                  <a:pt x="188233" y="233362"/>
                  <a:pt x="177800" y="233362"/>
                </a:cubicBezTo>
                <a:cubicBezTo>
                  <a:pt x="167367" y="233362"/>
                  <a:pt x="157118" y="231071"/>
                  <a:pt x="147488" y="226626"/>
                </a:cubicBezTo>
                <a:lnTo>
                  <a:pt x="59267" y="185718"/>
                </a:ln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7" name="Text 4"/>
          <p:cNvSpPr/>
          <p:nvPr/>
        </p:nvSpPr>
        <p:spPr>
          <a:xfrm>
            <a:off x="1549400" y="1587500"/>
            <a:ext cx="6032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NPTEL =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Free IIT-quality education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every student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55000" y="1460500"/>
            <a:ext cx="7239000" cy="889000"/>
          </a:xfrm>
          <a:prstGeom prst="roundRect">
            <a:avLst>
              <a:gd name="adj" fmla="val 8000"/>
            </a:avLst>
          </a:prstGeom>
          <a:solidFill>
            <a:srgbClr val="1B4F8F"/>
          </a:solidFill>
          <a:ln/>
          <a:effectLst>
            <a:outerShdw sx="100000" sy="100000" kx="0" ky="0" algn="bl" rotWithShape="0" blurRad="76200" dist="25400" dir="5400000">
              <a:srgbClr val="1b4f8f">
                <a:alpha val="18824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572500" y="16891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47673" y="-5556"/>
                </a:moveTo>
                <a:cubicBezTo>
                  <a:pt x="143907" y="-9862"/>
                  <a:pt x="138412" y="-11599"/>
                  <a:pt x="133227" y="-10001"/>
                </a:cubicBezTo>
                <a:cubicBezTo>
                  <a:pt x="128041" y="-8404"/>
                  <a:pt x="124028" y="-3889"/>
                  <a:pt x="122731" y="1945"/>
                </a:cubicBezTo>
                <a:lnTo>
                  <a:pt x="113286" y="43755"/>
                </a:lnTo>
                <a:cubicBezTo>
                  <a:pt x="112607" y="46811"/>
                  <a:pt x="109829" y="48617"/>
                  <a:pt x="107174" y="47714"/>
                </a:cubicBezTo>
                <a:lnTo>
                  <a:pt x="70256" y="36046"/>
                </a:lnTo>
                <a:cubicBezTo>
                  <a:pt x="65070" y="34379"/>
                  <a:pt x="59514" y="36046"/>
                  <a:pt x="55748" y="40283"/>
                </a:cubicBezTo>
                <a:cubicBezTo>
                  <a:pt x="51982" y="44519"/>
                  <a:pt x="50500" y="50770"/>
                  <a:pt x="51982" y="56604"/>
                </a:cubicBezTo>
                <a:lnTo>
                  <a:pt x="62415" y="98137"/>
                </a:lnTo>
                <a:cubicBezTo>
                  <a:pt x="63156" y="101124"/>
                  <a:pt x="61551" y="104249"/>
                  <a:pt x="58896" y="105013"/>
                </a:cubicBezTo>
                <a:lnTo>
                  <a:pt x="21669" y="115639"/>
                </a:lnTo>
                <a:cubicBezTo>
                  <a:pt x="16484" y="117098"/>
                  <a:pt x="12409" y="121682"/>
                  <a:pt x="10989" y="127516"/>
                </a:cubicBezTo>
                <a:cubicBezTo>
                  <a:pt x="9569" y="133350"/>
                  <a:pt x="11113" y="139531"/>
                  <a:pt x="14940" y="143768"/>
                </a:cubicBezTo>
                <a:lnTo>
                  <a:pt x="42413" y="173841"/>
                </a:lnTo>
                <a:cubicBezTo>
                  <a:pt x="44388" y="175994"/>
                  <a:pt x="44388" y="179606"/>
                  <a:pt x="42413" y="181828"/>
                </a:cubicBezTo>
                <a:lnTo>
                  <a:pt x="15002" y="211901"/>
                </a:lnTo>
                <a:cubicBezTo>
                  <a:pt x="11174" y="216138"/>
                  <a:pt x="9631" y="222319"/>
                  <a:pt x="11051" y="228154"/>
                </a:cubicBezTo>
                <a:cubicBezTo>
                  <a:pt x="12471" y="233988"/>
                  <a:pt x="16545" y="238502"/>
                  <a:pt x="21731" y="240030"/>
                </a:cubicBezTo>
                <a:lnTo>
                  <a:pt x="58896" y="250656"/>
                </a:lnTo>
                <a:cubicBezTo>
                  <a:pt x="61613" y="251420"/>
                  <a:pt x="63218" y="254546"/>
                  <a:pt x="62415" y="257532"/>
                </a:cubicBezTo>
                <a:lnTo>
                  <a:pt x="51982" y="298996"/>
                </a:lnTo>
                <a:cubicBezTo>
                  <a:pt x="50500" y="304830"/>
                  <a:pt x="51982" y="311081"/>
                  <a:pt x="55748" y="315317"/>
                </a:cubicBezTo>
                <a:cubicBezTo>
                  <a:pt x="59514" y="319554"/>
                  <a:pt x="65070" y="321221"/>
                  <a:pt x="70256" y="319554"/>
                </a:cubicBezTo>
                <a:lnTo>
                  <a:pt x="107174" y="307816"/>
                </a:lnTo>
                <a:cubicBezTo>
                  <a:pt x="109829" y="306983"/>
                  <a:pt x="112607" y="308789"/>
                  <a:pt x="113286" y="311775"/>
                </a:cubicBezTo>
                <a:lnTo>
                  <a:pt x="122731" y="353586"/>
                </a:lnTo>
                <a:cubicBezTo>
                  <a:pt x="124028" y="359420"/>
                  <a:pt x="128102" y="364004"/>
                  <a:pt x="133288" y="365601"/>
                </a:cubicBezTo>
                <a:cubicBezTo>
                  <a:pt x="138474" y="367199"/>
                  <a:pt x="143969" y="365462"/>
                  <a:pt x="147735" y="361156"/>
                </a:cubicBezTo>
                <a:lnTo>
                  <a:pt x="174466" y="330250"/>
                </a:lnTo>
                <a:cubicBezTo>
                  <a:pt x="176380" y="328027"/>
                  <a:pt x="179590" y="328027"/>
                  <a:pt x="181566" y="330250"/>
                </a:cubicBezTo>
                <a:lnTo>
                  <a:pt x="208236" y="361156"/>
                </a:lnTo>
                <a:cubicBezTo>
                  <a:pt x="212002" y="365462"/>
                  <a:pt x="217496" y="367199"/>
                  <a:pt x="222682" y="365601"/>
                </a:cubicBezTo>
                <a:cubicBezTo>
                  <a:pt x="227868" y="364004"/>
                  <a:pt x="231881" y="359420"/>
                  <a:pt x="233239" y="353586"/>
                </a:cubicBezTo>
                <a:lnTo>
                  <a:pt x="242685" y="311845"/>
                </a:lnTo>
                <a:cubicBezTo>
                  <a:pt x="243364" y="308789"/>
                  <a:pt x="246142" y="306983"/>
                  <a:pt x="248797" y="307886"/>
                </a:cubicBezTo>
                <a:lnTo>
                  <a:pt x="285715" y="319623"/>
                </a:lnTo>
                <a:cubicBezTo>
                  <a:pt x="290901" y="321290"/>
                  <a:pt x="296457" y="319623"/>
                  <a:pt x="300223" y="315387"/>
                </a:cubicBezTo>
                <a:cubicBezTo>
                  <a:pt x="303989" y="311150"/>
                  <a:pt x="305470" y="304899"/>
                  <a:pt x="303989" y="299065"/>
                </a:cubicBezTo>
                <a:lnTo>
                  <a:pt x="293555" y="257532"/>
                </a:lnTo>
                <a:cubicBezTo>
                  <a:pt x="292814" y="254546"/>
                  <a:pt x="294420" y="251420"/>
                  <a:pt x="297074" y="250656"/>
                </a:cubicBezTo>
                <a:lnTo>
                  <a:pt x="334239" y="240030"/>
                </a:lnTo>
                <a:cubicBezTo>
                  <a:pt x="339425" y="238571"/>
                  <a:pt x="343500" y="233988"/>
                  <a:pt x="344920" y="228154"/>
                </a:cubicBezTo>
                <a:cubicBezTo>
                  <a:pt x="346340" y="222319"/>
                  <a:pt x="344796" y="216069"/>
                  <a:pt x="340969" y="211901"/>
                </a:cubicBezTo>
                <a:lnTo>
                  <a:pt x="313496" y="181828"/>
                </a:lnTo>
                <a:cubicBezTo>
                  <a:pt x="311520" y="179675"/>
                  <a:pt x="311520" y="176064"/>
                  <a:pt x="313496" y="173841"/>
                </a:cubicBezTo>
                <a:lnTo>
                  <a:pt x="340969" y="143768"/>
                </a:lnTo>
                <a:cubicBezTo>
                  <a:pt x="344796" y="139531"/>
                  <a:pt x="346340" y="133350"/>
                  <a:pt x="344920" y="127516"/>
                </a:cubicBezTo>
                <a:cubicBezTo>
                  <a:pt x="343500" y="121682"/>
                  <a:pt x="339425" y="117167"/>
                  <a:pt x="334239" y="115639"/>
                </a:cubicBezTo>
                <a:lnTo>
                  <a:pt x="297074" y="105013"/>
                </a:lnTo>
                <a:cubicBezTo>
                  <a:pt x="294358" y="104249"/>
                  <a:pt x="292753" y="101124"/>
                  <a:pt x="293555" y="98137"/>
                </a:cubicBezTo>
                <a:lnTo>
                  <a:pt x="303989" y="56604"/>
                </a:lnTo>
                <a:cubicBezTo>
                  <a:pt x="305470" y="50770"/>
                  <a:pt x="303989" y="44519"/>
                  <a:pt x="300223" y="40283"/>
                </a:cubicBezTo>
                <a:cubicBezTo>
                  <a:pt x="296457" y="36046"/>
                  <a:pt x="290901" y="34379"/>
                  <a:pt x="285715" y="36046"/>
                </a:cubicBezTo>
                <a:lnTo>
                  <a:pt x="248797" y="47784"/>
                </a:lnTo>
                <a:cubicBezTo>
                  <a:pt x="246142" y="48617"/>
                  <a:pt x="243364" y="46811"/>
                  <a:pt x="242685" y="43825"/>
                </a:cubicBezTo>
                <a:lnTo>
                  <a:pt x="233239" y="1945"/>
                </a:lnTo>
                <a:cubicBezTo>
                  <a:pt x="231943" y="-3889"/>
                  <a:pt x="227868" y="-8473"/>
                  <a:pt x="222682" y="-10071"/>
                </a:cubicBezTo>
                <a:cubicBezTo>
                  <a:pt x="217496" y="-11668"/>
                  <a:pt x="212002" y="-9932"/>
                  <a:pt x="208236" y="-5626"/>
                </a:cubicBezTo>
                <a:lnTo>
                  <a:pt x="181504" y="25350"/>
                </a:lnTo>
                <a:cubicBezTo>
                  <a:pt x="179590" y="27573"/>
                  <a:pt x="176380" y="27573"/>
                  <a:pt x="174405" y="25350"/>
                </a:cubicBezTo>
                <a:lnTo>
                  <a:pt x="147673" y="-5556"/>
                </a:ln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0" name="Text 7"/>
          <p:cNvSpPr/>
          <p:nvPr/>
        </p:nvSpPr>
        <p:spPr>
          <a:xfrm>
            <a:off x="9042400" y="1587500"/>
            <a:ext cx="6159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certification per semester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8 by graduation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2000" y="2667000"/>
            <a:ext cx="71120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079500" y="2895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49071" y="104596"/>
                </a:moveTo>
                <a:lnTo>
                  <a:pt x="282396" y="171271"/>
                </a:lnTo>
                <a:cubicBezTo>
                  <a:pt x="276007" y="177661"/>
                  <a:pt x="266492" y="179536"/>
                  <a:pt x="258157" y="176064"/>
                </a:cubicBezTo>
                <a:cubicBezTo>
                  <a:pt x="249823" y="172591"/>
                  <a:pt x="244475" y="164534"/>
                  <a:pt x="244475" y="155575"/>
                </a:cubicBezTo>
                <a:lnTo>
                  <a:pt x="244475" y="111125"/>
                </a:lnTo>
                <a:lnTo>
                  <a:pt x="22225" y="111125"/>
                </a:lnTo>
                <a:cubicBezTo>
                  <a:pt x="9932" y="111125"/>
                  <a:pt x="0" y="101193"/>
                  <a:pt x="0" y="88900"/>
                </a:cubicBezTo>
                <a:cubicBezTo>
                  <a:pt x="0" y="76607"/>
                  <a:pt x="9932" y="66675"/>
                  <a:pt x="22225" y="66675"/>
                </a:cubicBezTo>
                <a:lnTo>
                  <a:pt x="244475" y="66675"/>
                </a:lnTo>
                <a:lnTo>
                  <a:pt x="244475" y="22225"/>
                </a:lnTo>
                <a:cubicBezTo>
                  <a:pt x="244475" y="13266"/>
                  <a:pt x="249892" y="5140"/>
                  <a:pt x="258227" y="1667"/>
                </a:cubicBezTo>
                <a:cubicBezTo>
                  <a:pt x="266561" y="-1806"/>
                  <a:pt x="276076" y="139"/>
                  <a:pt x="282466" y="6459"/>
                </a:cubicBezTo>
                <a:lnTo>
                  <a:pt x="349141" y="73134"/>
                </a:lnTo>
                <a:cubicBezTo>
                  <a:pt x="357823" y="81816"/>
                  <a:pt x="357823" y="95915"/>
                  <a:pt x="349141" y="104596"/>
                </a:cubicBezTo>
                <a:close/>
                <a:moveTo>
                  <a:pt x="73134" y="349071"/>
                </a:moveTo>
                <a:lnTo>
                  <a:pt x="6459" y="282396"/>
                </a:lnTo>
                <a:cubicBezTo>
                  <a:pt x="-2222" y="273715"/>
                  <a:pt x="-2222" y="259616"/>
                  <a:pt x="6459" y="250934"/>
                </a:cubicBezTo>
                <a:lnTo>
                  <a:pt x="73134" y="184259"/>
                </a:lnTo>
                <a:cubicBezTo>
                  <a:pt x="79524" y="177869"/>
                  <a:pt x="89039" y="175994"/>
                  <a:pt x="97373" y="179467"/>
                </a:cubicBezTo>
                <a:cubicBezTo>
                  <a:pt x="105708" y="182940"/>
                  <a:pt x="111125" y="191066"/>
                  <a:pt x="111125" y="200025"/>
                </a:cubicBezTo>
                <a:lnTo>
                  <a:pt x="111125" y="244475"/>
                </a:lnTo>
                <a:lnTo>
                  <a:pt x="333375" y="244475"/>
                </a:lnTo>
                <a:cubicBezTo>
                  <a:pt x="345668" y="244475"/>
                  <a:pt x="355600" y="254407"/>
                  <a:pt x="355600" y="266700"/>
                </a:cubicBezTo>
                <a:cubicBezTo>
                  <a:pt x="355600" y="278993"/>
                  <a:pt x="345668" y="288925"/>
                  <a:pt x="333375" y="288925"/>
                </a:cubicBezTo>
                <a:lnTo>
                  <a:pt x="111125" y="288925"/>
                </a:lnTo>
                <a:lnTo>
                  <a:pt x="111125" y="333375"/>
                </a:lnTo>
                <a:cubicBezTo>
                  <a:pt x="111125" y="342334"/>
                  <a:pt x="105708" y="350460"/>
                  <a:pt x="97373" y="353933"/>
                </a:cubicBezTo>
                <a:cubicBezTo>
                  <a:pt x="89039" y="357406"/>
                  <a:pt x="79524" y="355461"/>
                  <a:pt x="73134" y="349141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3" name="Text 10"/>
          <p:cNvSpPr/>
          <p:nvPr/>
        </p:nvSpPr>
        <p:spPr>
          <a:xfrm>
            <a:off x="1549400" y="2794000"/>
            <a:ext cx="6032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Credits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transfer to your degree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through ABC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255000" y="2667000"/>
            <a:ext cx="72390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572500" y="2895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38906" y="33337"/>
                </a:moveTo>
                <a:lnTo>
                  <a:pt x="216694" y="33337"/>
                </a:lnTo>
                <a:cubicBezTo>
                  <a:pt x="219750" y="33337"/>
                  <a:pt x="222250" y="35838"/>
                  <a:pt x="222250" y="38894"/>
                </a:cubicBezTo>
                <a:lnTo>
                  <a:pt x="222250" y="66675"/>
                </a:lnTo>
                <a:lnTo>
                  <a:pt x="133350" y="66675"/>
                </a:lnTo>
                <a:lnTo>
                  <a:pt x="133350" y="38894"/>
                </a:lnTo>
                <a:cubicBezTo>
                  <a:pt x="133350" y="35838"/>
                  <a:pt x="135850" y="33337"/>
                  <a:pt x="138906" y="33337"/>
                </a:cubicBezTo>
                <a:close/>
                <a:moveTo>
                  <a:pt x="100013" y="38894"/>
                </a:moveTo>
                <a:lnTo>
                  <a:pt x="100013" y="66675"/>
                </a:lnTo>
                <a:lnTo>
                  <a:pt x="44450" y="66675"/>
                </a:lnTo>
                <a:cubicBezTo>
                  <a:pt x="19933" y="66675"/>
                  <a:pt x="0" y="86608"/>
                  <a:pt x="0" y="111125"/>
                </a:cubicBezTo>
                <a:lnTo>
                  <a:pt x="0" y="177800"/>
                </a:lnTo>
                <a:lnTo>
                  <a:pt x="355600" y="177800"/>
                </a:lnTo>
                <a:lnTo>
                  <a:pt x="355600" y="111125"/>
                </a:lnTo>
                <a:cubicBezTo>
                  <a:pt x="355600" y="86608"/>
                  <a:pt x="335667" y="66675"/>
                  <a:pt x="311150" y="66675"/>
                </a:cubicBezTo>
                <a:lnTo>
                  <a:pt x="255587" y="66675"/>
                </a:lnTo>
                <a:lnTo>
                  <a:pt x="255587" y="38894"/>
                </a:lnTo>
                <a:cubicBezTo>
                  <a:pt x="255587" y="17433"/>
                  <a:pt x="238155" y="0"/>
                  <a:pt x="216694" y="0"/>
                </a:cubicBezTo>
                <a:lnTo>
                  <a:pt x="138906" y="0"/>
                </a:lnTo>
                <a:cubicBezTo>
                  <a:pt x="117445" y="0"/>
                  <a:pt x="100013" y="17433"/>
                  <a:pt x="100013" y="38894"/>
                </a:cubicBezTo>
                <a:close/>
                <a:moveTo>
                  <a:pt x="355600" y="211138"/>
                </a:moveTo>
                <a:lnTo>
                  <a:pt x="222250" y="211138"/>
                </a:lnTo>
                <a:lnTo>
                  <a:pt x="222250" y="222250"/>
                </a:lnTo>
                <a:cubicBezTo>
                  <a:pt x="222250" y="234543"/>
                  <a:pt x="212318" y="244475"/>
                  <a:pt x="200025" y="244475"/>
                </a:cubicBezTo>
                <a:lnTo>
                  <a:pt x="155575" y="244475"/>
                </a:lnTo>
                <a:cubicBezTo>
                  <a:pt x="143282" y="244475"/>
                  <a:pt x="133350" y="234543"/>
                  <a:pt x="133350" y="222250"/>
                </a:cubicBezTo>
                <a:lnTo>
                  <a:pt x="133350" y="211138"/>
                </a:lnTo>
                <a:lnTo>
                  <a:pt x="0" y="211138"/>
                </a:ln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311150" y="333375"/>
                </a:lnTo>
                <a:cubicBezTo>
                  <a:pt x="335667" y="333375"/>
                  <a:pt x="355600" y="313442"/>
                  <a:pt x="355600" y="288925"/>
                </a:cubicBezTo>
                <a:lnTo>
                  <a:pt x="355600" y="211138"/>
                </a:ln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6" name="Text 13"/>
          <p:cNvSpPr/>
          <p:nvPr/>
        </p:nvSpPr>
        <p:spPr>
          <a:xfrm>
            <a:off x="9042400" y="2794000"/>
            <a:ext cx="6159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Elite certificates boost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placement chances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2000" y="3873500"/>
            <a:ext cx="71120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079500" y="41021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22238" y="16669"/>
                </a:moveTo>
                <a:cubicBezTo>
                  <a:pt x="122238" y="7431"/>
                  <a:pt x="114806" y="0"/>
                  <a:pt x="105569" y="0"/>
                </a:cubicBezTo>
                <a:cubicBezTo>
                  <a:pt x="96331" y="0"/>
                  <a:pt x="88900" y="7431"/>
                  <a:pt x="88900" y="16669"/>
                </a:cubicBezTo>
                <a:lnTo>
                  <a:pt x="88900" y="44450"/>
                </a:lnTo>
                <a:cubicBezTo>
                  <a:pt x="64383" y="44450"/>
                  <a:pt x="44450" y="64383"/>
                  <a:pt x="44450" y="88900"/>
                </a:cubicBezTo>
                <a:lnTo>
                  <a:pt x="16669" y="88900"/>
                </a:lnTo>
                <a:cubicBezTo>
                  <a:pt x="7431" y="88900"/>
                  <a:pt x="0" y="96331"/>
                  <a:pt x="0" y="105569"/>
                </a:cubicBezTo>
                <a:cubicBezTo>
                  <a:pt x="0" y="114806"/>
                  <a:pt x="7431" y="122238"/>
                  <a:pt x="16669" y="122238"/>
                </a:cubicBezTo>
                <a:lnTo>
                  <a:pt x="44450" y="122238"/>
                </a:lnTo>
                <a:lnTo>
                  <a:pt x="44450" y="161131"/>
                </a:lnTo>
                <a:lnTo>
                  <a:pt x="16669" y="161131"/>
                </a:lnTo>
                <a:cubicBezTo>
                  <a:pt x="7431" y="161131"/>
                  <a:pt x="0" y="168563"/>
                  <a:pt x="0" y="177800"/>
                </a:cubicBezTo>
                <a:cubicBezTo>
                  <a:pt x="0" y="187037"/>
                  <a:pt x="7431" y="194469"/>
                  <a:pt x="16669" y="194469"/>
                </a:cubicBezTo>
                <a:lnTo>
                  <a:pt x="44450" y="194469"/>
                </a:lnTo>
                <a:lnTo>
                  <a:pt x="44450" y="233363"/>
                </a:lnTo>
                <a:lnTo>
                  <a:pt x="16669" y="233363"/>
                </a:lnTo>
                <a:cubicBezTo>
                  <a:pt x="7431" y="233363"/>
                  <a:pt x="0" y="240794"/>
                  <a:pt x="0" y="250031"/>
                </a:cubicBezTo>
                <a:cubicBezTo>
                  <a:pt x="0" y="259269"/>
                  <a:pt x="7431" y="266700"/>
                  <a:pt x="16669" y="266700"/>
                </a:cubicBezTo>
                <a:lnTo>
                  <a:pt x="44450" y="266700"/>
                </a:lnTo>
                <a:cubicBezTo>
                  <a:pt x="44450" y="291217"/>
                  <a:pt x="64383" y="311150"/>
                  <a:pt x="88900" y="311150"/>
                </a:cubicBezTo>
                <a:lnTo>
                  <a:pt x="88900" y="338931"/>
                </a:lnTo>
                <a:cubicBezTo>
                  <a:pt x="88900" y="348169"/>
                  <a:pt x="96331" y="355600"/>
                  <a:pt x="105569" y="355600"/>
                </a:cubicBezTo>
                <a:cubicBezTo>
                  <a:pt x="114806" y="355600"/>
                  <a:pt x="122238" y="348169"/>
                  <a:pt x="122238" y="338931"/>
                </a:cubicBezTo>
                <a:lnTo>
                  <a:pt x="122238" y="311150"/>
                </a:lnTo>
                <a:lnTo>
                  <a:pt x="161131" y="311150"/>
                </a:lnTo>
                <a:lnTo>
                  <a:pt x="161131" y="338931"/>
                </a:lnTo>
                <a:cubicBezTo>
                  <a:pt x="161131" y="348169"/>
                  <a:pt x="168563" y="355600"/>
                  <a:pt x="177800" y="355600"/>
                </a:cubicBezTo>
                <a:cubicBezTo>
                  <a:pt x="187037" y="355600"/>
                  <a:pt x="194469" y="348169"/>
                  <a:pt x="194469" y="338931"/>
                </a:cubicBezTo>
                <a:lnTo>
                  <a:pt x="194469" y="311150"/>
                </a:lnTo>
                <a:lnTo>
                  <a:pt x="233363" y="311150"/>
                </a:lnTo>
                <a:lnTo>
                  <a:pt x="233363" y="338931"/>
                </a:lnTo>
                <a:cubicBezTo>
                  <a:pt x="233363" y="348169"/>
                  <a:pt x="240794" y="355600"/>
                  <a:pt x="250031" y="355600"/>
                </a:cubicBezTo>
                <a:cubicBezTo>
                  <a:pt x="259269" y="355600"/>
                  <a:pt x="266700" y="348169"/>
                  <a:pt x="266700" y="338931"/>
                </a:cubicBezTo>
                <a:lnTo>
                  <a:pt x="266700" y="311150"/>
                </a:lnTo>
                <a:cubicBezTo>
                  <a:pt x="291217" y="311150"/>
                  <a:pt x="311150" y="291217"/>
                  <a:pt x="311150" y="266700"/>
                </a:cubicBezTo>
                <a:lnTo>
                  <a:pt x="338931" y="266700"/>
                </a:lnTo>
                <a:cubicBezTo>
                  <a:pt x="348169" y="266700"/>
                  <a:pt x="355600" y="259269"/>
                  <a:pt x="355600" y="250031"/>
                </a:cubicBezTo>
                <a:cubicBezTo>
                  <a:pt x="355600" y="240794"/>
                  <a:pt x="348169" y="233363"/>
                  <a:pt x="338931" y="233363"/>
                </a:cubicBezTo>
                <a:lnTo>
                  <a:pt x="311150" y="233363"/>
                </a:lnTo>
                <a:lnTo>
                  <a:pt x="311150" y="194469"/>
                </a:lnTo>
                <a:lnTo>
                  <a:pt x="338931" y="194469"/>
                </a:lnTo>
                <a:cubicBezTo>
                  <a:pt x="348169" y="194469"/>
                  <a:pt x="355600" y="187037"/>
                  <a:pt x="355600" y="177800"/>
                </a:cubicBezTo>
                <a:cubicBezTo>
                  <a:pt x="355600" y="168563"/>
                  <a:pt x="348169" y="161131"/>
                  <a:pt x="338931" y="161131"/>
                </a:cubicBezTo>
                <a:lnTo>
                  <a:pt x="311150" y="161131"/>
                </a:lnTo>
                <a:lnTo>
                  <a:pt x="311150" y="122238"/>
                </a:lnTo>
                <a:lnTo>
                  <a:pt x="338931" y="122238"/>
                </a:lnTo>
                <a:cubicBezTo>
                  <a:pt x="348169" y="122238"/>
                  <a:pt x="355600" y="114806"/>
                  <a:pt x="355600" y="105569"/>
                </a:cubicBezTo>
                <a:cubicBezTo>
                  <a:pt x="355600" y="96331"/>
                  <a:pt x="348169" y="88900"/>
                  <a:pt x="338931" y="88900"/>
                </a:cubicBezTo>
                <a:lnTo>
                  <a:pt x="311150" y="88900"/>
                </a:lnTo>
                <a:cubicBezTo>
                  <a:pt x="311150" y="64383"/>
                  <a:pt x="291217" y="44450"/>
                  <a:pt x="266700" y="44450"/>
                </a:cubicBezTo>
                <a:lnTo>
                  <a:pt x="266700" y="16669"/>
                </a:lnTo>
                <a:cubicBezTo>
                  <a:pt x="266700" y="7431"/>
                  <a:pt x="259269" y="0"/>
                  <a:pt x="250031" y="0"/>
                </a:cubicBezTo>
                <a:cubicBezTo>
                  <a:pt x="240794" y="0"/>
                  <a:pt x="233363" y="7431"/>
                  <a:pt x="233363" y="16669"/>
                </a:cubicBezTo>
                <a:lnTo>
                  <a:pt x="233363" y="44450"/>
                </a:lnTo>
                <a:lnTo>
                  <a:pt x="194469" y="44450"/>
                </a:lnTo>
                <a:lnTo>
                  <a:pt x="194469" y="16669"/>
                </a:lnTo>
                <a:cubicBezTo>
                  <a:pt x="194469" y="7431"/>
                  <a:pt x="187037" y="0"/>
                  <a:pt x="177800" y="0"/>
                </a:cubicBezTo>
                <a:cubicBezTo>
                  <a:pt x="168563" y="0"/>
                  <a:pt x="161131" y="7431"/>
                  <a:pt x="161131" y="16669"/>
                </a:cubicBezTo>
                <a:lnTo>
                  <a:pt x="161131" y="44450"/>
                </a:lnTo>
                <a:lnTo>
                  <a:pt x="122238" y="44450"/>
                </a:lnTo>
                <a:lnTo>
                  <a:pt x="122238" y="16669"/>
                </a:lnTo>
                <a:close/>
                <a:moveTo>
                  <a:pt x="111125" y="88900"/>
                </a:moveTo>
                <a:lnTo>
                  <a:pt x="244475" y="88900"/>
                </a:lnTo>
                <a:cubicBezTo>
                  <a:pt x="256768" y="88900"/>
                  <a:pt x="266700" y="98832"/>
                  <a:pt x="266700" y="111125"/>
                </a:cubicBezTo>
                <a:lnTo>
                  <a:pt x="266700" y="244475"/>
                </a:lnTo>
                <a:cubicBezTo>
                  <a:pt x="266700" y="256768"/>
                  <a:pt x="256768" y="266700"/>
                  <a:pt x="244475" y="266700"/>
                </a:cubicBezTo>
                <a:lnTo>
                  <a:pt x="111125" y="266700"/>
                </a:lnTo>
                <a:cubicBezTo>
                  <a:pt x="98832" y="266700"/>
                  <a:pt x="88900" y="256768"/>
                  <a:pt x="88900" y="244475"/>
                </a:cubicBezTo>
                <a:lnTo>
                  <a:pt x="88900" y="111125"/>
                </a:lnTo>
                <a:cubicBezTo>
                  <a:pt x="88900" y="98832"/>
                  <a:pt x="98832" y="88900"/>
                  <a:pt x="111125" y="88900"/>
                </a:cubicBezTo>
                <a:close/>
                <a:moveTo>
                  <a:pt x="122238" y="122238"/>
                </a:moveTo>
                <a:lnTo>
                  <a:pt x="122238" y="233363"/>
                </a:lnTo>
                <a:lnTo>
                  <a:pt x="233363" y="233363"/>
                </a:lnTo>
                <a:lnTo>
                  <a:pt x="233363" y="122238"/>
                </a:lnTo>
                <a:lnTo>
                  <a:pt x="122238" y="122238"/>
                </a:ln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9" name="Text 16"/>
          <p:cNvSpPr/>
          <p:nvPr/>
        </p:nvSpPr>
        <p:spPr>
          <a:xfrm>
            <a:off x="1549400" y="4000500"/>
            <a:ext cx="6032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High-demand courses in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AI, ML, Cloud, Cyber Security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255000" y="3873500"/>
            <a:ext cx="72390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572500" y="41021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8900" y="222250"/>
                </a:moveTo>
                <a:lnTo>
                  <a:pt x="17016" y="222250"/>
                </a:lnTo>
                <a:cubicBezTo>
                  <a:pt x="-278" y="222250"/>
                  <a:pt x="-10904" y="203428"/>
                  <a:pt x="-2014" y="188565"/>
                </a:cubicBezTo>
                <a:lnTo>
                  <a:pt x="34727" y="127308"/>
                </a:lnTo>
                <a:cubicBezTo>
                  <a:pt x="40769" y="117237"/>
                  <a:pt x="51604" y="111125"/>
                  <a:pt x="63341" y="111125"/>
                </a:cubicBezTo>
                <a:lnTo>
                  <a:pt x="129322" y="111125"/>
                </a:lnTo>
                <a:cubicBezTo>
                  <a:pt x="182176" y="21600"/>
                  <a:pt x="261005" y="17085"/>
                  <a:pt x="313720" y="24795"/>
                </a:cubicBezTo>
                <a:cubicBezTo>
                  <a:pt x="322610" y="26114"/>
                  <a:pt x="329555" y="33060"/>
                  <a:pt x="330805" y="41880"/>
                </a:cubicBezTo>
                <a:cubicBezTo>
                  <a:pt x="338515" y="94595"/>
                  <a:pt x="334000" y="173424"/>
                  <a:pt x="244475" y="226278"/>
                </a:cubicBezTo>
                <a:lnTo>
                  <a:pt x="244475" y="292259"/>
                </a:lnTo>
                <a:cubicBezTo>
                  <a:pt x="244475" y="303996"/>
                  <a:pt x="238363" y="314831"/>
                  <a:pt x="228292" y="320873"/>
                </a:cubicBezTo>
                <a:lnTo>
                  <a:pt x="167035" y="357614"/>
                </a:lnTo>
                <a:cubicBezTo>
                  <a:pt x="152241" y="366504"/>
                  <a:pt x="133350" y="355808"/>
                  <a:pt x="133350" y="338584"/>
                </a:cubicBezTo>
                <a:lnTo>
                  <a:pt x="133350" y="266700"/>
                </a:lnTo>
                <a:cubicBezTo>
                  <a:pt x="133350" y="242183"/>
                  <a:pt x="113417" y="222250"/>
                  <a:pt x="88900" y="222250"/>
                </a:cubicBezTo>
                <a:lnTo>
                  <a:pt x="88831" y="222250"/>
                </a:lnTo>
                <a:close/>
                <a:moveTo>
                  <a:pt x="277813" y="111125"/>
                </a:moveTo>
                <a:cubicBezTo>
                  <a:pt x="277813" y="92726"/>
                  <a:pt x="262874" y="77788"/>
                  <a:pt x="244475" y="77788"/>
                </a:cubicBezTo>
                <a:cubicBezTo>
                  <a:pt x="226076" y="77788"/>
                  <a:pt x="211138" y="92726"/>
                  <a:pt x="211138" y="111125"/>
                </a:cubicBezTo>
                <a:cubicBezTo>
                  <a:pt x="211138" y="129524"/>
                  <a:pt x="226076" y="144463"/>
                  <a:pt x="244475" y="144463"/>
                </a:cubicBezTo>
                <a:cubicBezTo>
                  <a:pt x="262874" y="144463"/>
                  <a:pt x="277813" y="129524"/>
                  <a:pt x="277813" y="111125"/>
                </a:cubicBez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22" name="Text 19"/>
          <p:cNvSpPr/>
          <p:nvPr/>
        </p:nvSpPr>
        <p:spPr>
          <a:xfrm>
            <a:off x="9042400" y="4000500"/>
            <a:ext cx="6159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 today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enroll in your first course now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NPTEL | IITs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 / 43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B4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Resources &amp; Useful Links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62000" y="1079500"/>
            <a:ext cx="762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2"/>
          <p:cNvSpPr/>
          <p:nvPr/>
        </p:nvSpPr>
        <p:spPr>
          <a:xfrm>
            <a:off x="762000" y="1460500"/>
            <a:ext cx="71120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79500" y="16891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44406" y="194469"/>
                </a:moveTo>
                <a:lnTo>
                  <a:pt x="111820" y="194469"/>
                </a:lnTo>
                <a:cubicBezTo>
                  <a:pt x="113834" y="239266"/>
                  <a:pt x="123765" y="280521"/>
                  <a:pt x="137864" y="310733"/>
                </a:cubicBezTo>
                <a:cubicBezTo>
                  <a:pt x="145782" y="327749"/>
                  <a:pt x="154325" y="339765"/>
                  <a:pt x="162242" y="347127"/>
                </a:cubicBezTo>
                <a:cubicBezTo>
                  <a:pt x="170021" y="354419"/>
                  <a:pt x="175369" y="355600"/>
                  <a:pt x="178147" y="355600"/>
                </a:cubicBezTo>
                <a:cubicBezTo>
                  <a:pt x="180925" y="355600"/>
                  <a:pt x="186273" y="354419"/>
                  <a:pt x="194052" y="347127"/>
                </a:cubicBezTo>
                <a:cubicBezTo>
                  <a:pt x="201970" y="339765"/>
                  <a:pt x="210512" y="327680"/>
                  <a:pt x="218430" y="310733"/>
                </a:cubicBezTo>
                <a:cubicBezTo>
                  <a:pt x="232529" y="280521"/>
                  <a:pt x="242461" y="239266"/>
                  <a:pt x="244475" y="194469"/>
                </a:cubicBezTo>
                <a:close/>
                <a:moveTo>
                  <a:pt x="111750" y="161131"/>
                </a:moveTo>
                <a:lnTo>
                  <a:pt x="244336" y="161131"/>
                </a:lnTo>
                <a:cubicBezTo>
                  <a:pt x="242391" y="116334"/>
                  <a:pt x="232460" y="75079"/>
                  <a:pt x="218361" y="44867"/>
                </a:cubicBezTo>
                <a:cubicBezTo>
                  <a:pt x="210443" y="27920"/>
                  <a:pt x="201900" y="15835"/>
                  <a:pt x="193983" y="8473"/>
                </a:cubicBezTo>
                <a:cubicBezTo>
                  <a:pt x="186204" y="1181"/>
                  <a:pt x="180856" y="0"/>
                  <a:pt x="178078" y="0"/>
                </a:cubicBezTo>
                <a:cubicBezTo>
                  <a:pt x="175300" y="0"/>
                  <a:pt x="169952" y="1181"/>
                  <a:pt x="162173" y="8473"/>
                </a:cubicBezTo>
                <a:cubicBezTo>
                  <a:pt x="154255" y="15835"/>
                  <a:pt x="145713" y="27920"/>
                  <a:pt x="137795" y="44867"/>
                </a:cubicBezTo>
                <a:cubicBezTo>
                  <a:pt x="123696" y="75079"/>
                  <a:pt x="113764" y="116334"/>
                  <a:pt x="111750" y="161131"/>
                </a:cubicBezTo>
                <a:close/>
                <a:moveTo>
                  <a:pt x="78413" y="161131"/>
                </a:moveTo>
                <a:cubicBezTo>
                  <a:pt x="80843" y="101679"/>
                  <a:pt x="96193" y="46464"/>
                  <a:pt x="118626" y="10210"/>
                </a:cubicBezTo>
                <a:cubicBezTo>
                  <a:pt x="54660" y="32851"/>
                  <a:pt x="7570" y="91122"/>
                  <a:pt x="1042" y="161131"/>
                </a:cubicBezTo>
                <a:lnTo>
                  <a:pt x="78413" y="161131"/>
                </a:lnTo>
                <a:close/>
                <a:moveTo>
                  <a:pt x="1042" y="194469"/>
                </a:moveTo>
                <a:cubicBezTo>
                  <a:pt x="7570" y="264478"/>
                  <a:pt x="54660" y="322749"/>
                  <a:pt x="118626" y="345390"/>
                </a:cubicBezTo>
                <a:cubicBezTo>
                  <a:pt x="96193" y="309136"/>
                  <a:pt x="80843" y="253921"/>
                  <a:pt x="78413" y="194469"/>
                </a:cubicBezTo>
                <a:lnTo>
                  <a:pt x="1042" y="194469"/>
                </a:lnTo>
                <a:close/>
                <a:moveTo>
                  <a:pt x="277743" y="194469"/>
                </a:moveTo>
                <a:cubicBezTo>
                  <a:pt x="275312" y="253921"/>
                  <a:pt x="259963" y="309136"/>
                  <a:pt x="237530" y="345390"/>
                </a:cubicBezTo>
                <a:cubicBezTo>
                  <a:pt x="301496" y="322679"/>
                  <a:pt x="348585" y="264478"/>
                  <a:pt x="355114" y="194469"/>
                </a:cubicBezTo>
                <a:lnTo>
                  <a:pt x="277743" y="194469"/>
                </a:lnTo>
                <a:close/>
                <a:moveTo>
                  <a:pt x="355114" y="161131"/>
                </a:moveTo>
                <a:cubicBezTo>
                  <a:pt x="348585" y="91122"/>
                  <a:pt x="301496" y="32851"/>
                  <a:pt x="237530" y="10210"/>
                </a:cubicBezTo>
                <a:cubicBezTo>
                  <a:pt x="259963" y="46464"/>
                  <a:pt x="275312" y="101679"/>
                  <a:pt x="277743" y="161131"/>
                </a:cubicBezTo>
                <a:lnTo>
                  <a:pt x="355114" y="161131"/>
                </a:ln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7" name="Text 4"/>
          <p:cNvSpPr/>
          <p:nvPr/>
        </p:nvSpPr>
        <p:spPr>
          <a:xfrm>
            <a:off x="1549400" y="1587500"/>
            <a:ext cx="6032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NPTEL Website: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600" u="sng" dirty="0">
                <a:solidFill>
                  <a:srgbClr val="1E293B"/>
                </a:solidFill>
                <a:uFill>
                  <a:solidFill>
                    <a:srgbClr val="1E293B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nptel.ac.in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55000" y="1460500"/>
            <a:ext cx="72390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572500" y="16891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71120" y="22225"/>
                </a:moveTo>
                <a:cubicBezTo>
                  <a:pt x="51506" y="22225"/>
                  <a:pt x="35560" y="42158"/>
                  <a:pt x="35560" y="66675"/>
                </a:cubicBezTo>
                <a:lnTo>
                  <a:pt x="35560" y="233363"/>
                </a:lnTo>
                <a:lnTo>
                  <a:pt x="71120" y="233363"/>
                </a:lnTo>
                <a:lnTo>
                  <a:pt x="71120" y="66675"/>
                </a:lnTo>
                <a:lnTo>
                  <a:pt x="284480" y="66675"/>
                </a:lnTo>
                <a:lnTo>
                  <a:pt x="284480" y="233363"/>
                </a:lnTo>
                <a:lnTo>
                  <a:pt x="320040" y="233363"/>
                </a:lnTo>
                <a:lnTo>
                  <a:pt x="320040" y="66675"/>
                </a:lnTo>
                <a:cubicBezTo>
                  <a:pt x="320040" y="42158"/>
                  <a:pt x="304094" y="22225"/>
                  <a:pt x="284480" y="22225"/>
                </a:cubicBezTo>
                <a:lnTo>
                  <a:pt x="71120" y="22225"/>
                </a:lnTo>
                <a:close/>
                <a:moveTo>
                  <a:pt x="10668" y="266700"/>
                </a:moveTo>
                <a:cubicBezTo>
                  <a:pt x="4778" y="266700"/>
                  <a:pt x="0" y="272673"/>
                  <a:pt x="0" y="280035"/>
                </a:cubicBezTo>
                <a:cubicBezTo>
                  <a:pt x="0" y="309483"/>
                  <a:pt x="19113" y="333375"/>
                  <a:pt x="42672" y="333375"/>
                </a:cubicBezTo>
                <a:lnTo>
                  <a:pt x="312928" y="333375"/>
                </a:lnTo>
                <a:cubicBezTo>
                  <a:pt x="336486" y="333375"/>
                  <a:pt x="355600" y="309483"/>
                  <a:pt x="355600" y="280035"/>
                </a:cubicBezTo>
                <a:cubicBezTo>
                  <a:pt x="355600" y="272673"/>
                  <a:pt x="350822" y="266700"/>
                  <a:pt x="344932" y="266700"/>
                </a:cubicBezTo>
                <a:lnTo>
                  <a:pt x="10668" y="266700"/>
                </a:ln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0" name="Text 7"/>
          <p:cNvSpPr/>
          <p:nvPr/>
        </p:nvSpPr>
        <p:spPr>
          <a:xfrm>
            <a:off x="9042400" y="1587500"/>
            <a:ext cx="6159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SWAYAM Portal: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600" u="sng" dirty="0">
                <a:solidFill>
                  <a:srgbClr val="1E293B"/>
                </a:solidFill>
                <a:uFill>
                  <a:solidFill>
                    <a:srgbClr val="1E293B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2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swayam.gov.in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2000" y="2667000"/>
            <a:ext cx="71120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079500" y="2895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88843" y="14030"/>
                </a:moveTo>
                <a:cubicBezTo>
                  <a:pt x="182037" y="10140"/>
                  <a:pt x="173633" y="10140"/>
                  <a:pt x="166757" y="14030"/>
                </a:cubicBezTo>
                <a:lnTo>
                  <a:pt x="11182" y="102930"/>
                </a:lnTo>
                <a:cubicBezTo>
                  <a:pt x="2431" y="107930"/>
                  <a:pt x="-1875" y="118209"/>
                  <a:pt x="695" y="127933"/>
                </a:cubicBezTo>
                <a:cubicBezTo>
                  <a:pt x="3264" y="137656"/>
                  <a:pt x="12154" y="144463"/>
                  <a:pt x="22225" y="144463"/>
                </a:cubicBezTo>
                <a:lnTo>
                  <a:pt x="44450" y="144463"/>
                </a:lnTo>
                <a:lnTo>
                  <a:pt x="44450" y="288925"/>
                </a:lnTo>
                <a:lnTo>
                  <a:pt x="44450" y="288925"/>
                </a:lnTo>
                <a:lnTo>
                  <a:pt x="8890" y="315595"/>
                </a:lnTo>
                <a:cubicBezTo>
                  <a:pt x="3264" y="319762"/>
                  <a:pt x="0" y="326360"/>
                  <a:pt x="0" y="333375"/>
                </a:cubicBezTo>
                <a:cubicBezTo>
                  <a:pt x="0" y="345668"/>
                  <a:pt x="9932" y="355600"/>
                  <a:pt x="22225" y="355600"/>
                </a:cubicBezTo>
                <a:lnTo>
                  <a:pt x="333375" y="355600"/>
                </a:lnTo>
                <a:cubicBezTo>
                  <a:pt x="345668" y="355600"/>
                  <a:pt x="355600" y="345668"/>
                  <a:pt x="355600" y="333375"/>
                </a:cubicBezTo>
                <a:cubicBezTo>
                  <a:pt x="355600" y="326360"/>
                  <a:pt x="352336" y="319762"/>
                  <a:pt x="346710" y="315595"/>
                </a:cubicBezTo>
                <a:lnTo>
                  <a:pt x="311150" y="288925"/>
                </a:lnTo>
                <a:lnTo>
                  <a:pt x="311150" y="144463"/>
                </a:lnTo>
                <a:lnTo>
                  <a:pt x="333375" y="144463"/>
                </a:lnTo>
                <a:cubicBezTo>
                  <a:pt x="343446" y="144463"/>
                  <a:pt x="352266" y="137656"/>
                  <a:pt x="354836" y="127933"/>
                </a:cubicBezTo>
                <a:cubicBezTo>
                  <a:pt x="357406" y="118209"/>
                  <a:pt x="353100" y="107930"/>
                  <a:pt x="344349" y="102930"/>
                </a:cubicBezTo>
                <a:lnTo>
                  <a:pt x="188774" y="14030"/>
                </a:lnTo>
                <a:close/>
                <a:moveTo>
                  <a:pt x="277813" y="144463"/>
                </a:moveTo>
                <a:lnTo>
                  <a:pt x="277813" y="288925"/>
                </a:lnTo>
                <a:lnTo>
                  <a:pt x="233363" y="288925"/>
                </a:lnTo>
                <a:lnTo>
                  <a:pt x="233363" y="144463"/>
                </a:lnTo>
                <a:lnTo>
                  <a:pt x="277813" y="144463"/>
                </a:lnTo>
                <a:close/>
                <a:moveTo>
                  <a:pt x="200025" y="144463"/>
                </a:moveTo>
                <a:lnTo>
                  <a:pt x="200025" y="288925"/>
                </a:lnTo>
                <a:lnTo>
                  <a:pt x="155575" y="288925"/>
                </a:lnTo>
                <a:lnTo>
                  <a:pt x="155575" y="144463"/>
                </a:lnTo>
                <a:lnTo>
                  <a:pt x="200025" y="144463"/>
                </a:lnTo>
                <a:close/>
                <a:moveTo>
                  <a:pt x="122238" y="144463"/>
                </a:moveTo>
                <a:lnTo>
                  <a:pt x="122238" y="288925"/>
                </a:lnTo>
                <a:lnTo>
                  <a:pt x="77788" y="288925"/>
                </a:lnTo>
                <a:lnTo>
                  <a:pt x="77788" y="144463"/>
                </a:lnTo>
                <a:lnTo>
                  <a:pt x="122238" y="144463"/>
                </a:lnTo>
                <a:close/>
                <a:moveTo>
                  <a:pt x="177800" y="66675"/>
                </a:moveTo>
                <a:cubicBezTo>
                  <a:pt x="190066" y="66675"/>
                  <a:pt x="200025" y="76634"/>
                  <a:pt x="200025" y="88900"/>
                </a:cubicBezTo>
                <a:cubicBezTo>
                  <a:pt x="200025" y="101166"/>
                  <a:pt x="190066" y="111125"/>
                  <a:pt x="177800" y="111125"/>
                </a:cubicBezTo>
                <a:cubicBezTo>
                  <a:pt x="165534" y="111125"/>
                  <a:pt x="155575" y="101166"/>
                  <a:pt x="155575" y="88900"/>
                </a:cubicBezTo>
                <a:cubicBezTo>
                  <a:pt x="155575" y="76634"/>
                  <a:pt x="165534" y="66675"/>
                  <a:pt x="177800" y="66675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3" name="Text 10"/>
          <p:cNvSpPr/>
          <p:nvPr/>
        </p:nvSpPr>
        <p:spPr>
          <a:xfrm>
            <a:off x="1549400" y="2794000"/>
            <a:ext cx="6032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Academic Bank of Credits: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600" u="sng" dirty="0">
                <a:solidFill>
                  <a:srgbClr val="1E293B"/>
                </a:solidFill>
                <a:uFill>
                  <a:solidFill>
                    <a:srgbClr val="1E293B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3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abc.gov.in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255000" y="2667000"/>
            <a:ext cx="72390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572500" y="2895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133350"/>
                </a:moveTo>
                <a:cubicBezTo>
                  <a:pt x="0" y="108833"/>
                  <a:pt x="17718" y="88900"/>
                  <a:pt x="39511" y="88900"/>
                </a:cubicBezTo>
                <a:lnTo>
                  <a:pt x="79022" y="88900"/>
                </a:lnTo>
                <a:lnTo>
                  <a:pt x="157983" y="8959"/>
                </a:lnTo>
                <a:cubicBezTo>
                  <a:pt x="169280" y="-2431"/>
                  <a:pt x="186381" y="-2431"/>
                  <a:pt x="197617" y="8959"/>
                </a:cubicBezTo>
                <a:lnTo>
                  <a:pt x="276578" y="88900"/>
                </a:lnTo>
                <a:lnTo>
                  <a:pt x="316089" y="88900"/>
                </a:lnTo>
                <a:cubicBezTo>
                  <a:pt x="337882" y="88900"/>
                  <a:pt x="355600" y="108833"/>
                  <a:pt x="355600" y="133350"/>
                </a:cubicBezTo>
                <a:lnTo>
                  <a:pt x="355600" y="311150"/>
                </a:lnTo>
                <a:cubicBezTo>
                  <a:pt x="355600" y="335667"/>
                  <a:pt x="337882" y="355600"/>
                  <a:pt x="316089" y="355600"/>
                </a:cubicBezTo>
                <a:lnTo>
                  <a:pt x="39511" y="355600"/>
                </a:lnTo>
                <a:cubicBezTo>
                  <a:pt x="17718" y="355600"/>
                  <a:pt x="0" y="335667"/>
                  <a:pt x="0" y="311150"/>
                </a:cubicBezTo>
                <a:lnTo>
                  <a:pt x="0" y="133350"/>
                </a:lnTo>
                <a:close/>
                <a:moveTo>
                  <a:pt x="138289" y="261144"/>
                </a:moveTo>
                <a:lnTo>
                  <a:pt x="138289" y="322263"/>
                </a:lnTo>
                <a:lnTo>
                  <a:pt x="217311" y="322263"/>
                </a:lnTo>
                <a:lnTo>
                  <a:pt x="217311" y="261144"/>
                </a:lnTo>
                <a:cubicBezTo>
                  <a:pt x="217311" y="245795"/>
                  <a:pt x="206260" y="233363"/>
                  <a:pt x="192617" y="233363"/>
                </a:cubicBezTo>
                <a:lnTo>
                  <a:pt x="162983" y="233363"/>
                </a:lnTo>
                <a:cubicBezTo>
                  <a:pt x="149340" y="233363"/>
                  <a:pt x="138289" y="245795"/>
                  <a:pt x="138289" y="261144"/>
                </a:cubicBezTo>
                <a:close/>
                <a:moveTo>
                  <a:pt x="69144" y="266700"/>
                </a:moveTo>
                <a:cubicBezTo>
                  <a:pt x="74577" y="266700"/>
                  <a:pt x="79022" y="261699"/>
                  <a:pt x="79022" y="255587"/>
                </a:cubicBezTo>
                <a:lnTo>
                  <a:pt x="79022" y="233363"/>
                </a:lnTo>
                <a:cubicBezTo>
                  <a:pt x="79022" y="227251"/>
                  <a:pt x="74577" y="222250"/>
                  <a:pt x="69144" y="222250"/>
                </a:cubicBezTo>
                <a:lnTo>
                  <a:pt x="49389" y="222250"/>
                </a:lnTo>
                <a:cubicBezTo>
                  <a:pt x="43956" y="222250"/>
                  <a:pt x="39511" y="227251"/>
                  <a:pt x="39511" y="233363"/>
                </a:cubicBezTo>
                <a:lnTo>
                  <a:pt x="39511" y="255587"/>
                </a:lnTo>
                <a:cubicBezTo>
                  <a:pt x="39511" y="261699"/>
                  <a:pt x="43956" y="266700"/>
                  <a:pt x="49389" y="266700"/>
                </a:cubicBezTo>
                <a:lnTo>
                  <a:pt x="69144" y="266700"/>
                </a:lnTo>
                <a:close/>
                <a:moveTo>
                  <a:pt x="79022" y="166688"/>
                </a:moveTo>
                <a:lnTo>
                  <a:pt x="79022" y="144463"/>
                </a:lnTo>
                <a:cubicBezTo>
                  <a:pt x="79022" y="138351"/>
                  <a:pt x="74577" y="133350"/>
                  <a:pt x="69144" y="133350"/>
                </a:cubicBezTo>
                <a:lnTo>
                  <a:pt x="49389" y="133350"/>
                </a:lnTo>
                <a:cubicBezTo>
                  <a:pt x="43956" y="133350"/>
                  <a:pt x="39511" y="138351"/>
                  <a:pt x="39511" y="144463"/>
                </a:cubicBezTo>
                <a:lnTo>
                  <a:pt x="39511" y="166688"/>
                </a:lnTo>
                <a:cubicBezTo>
                  <a:pt x="39511" y="172799"/>
                  <a:pt x="43956" y="177800"/>
                  <a:pt x="49389" y="177800"/>
                </a:cubicBezTo>
                <a:lnTo>
                  <a:pt x="69144" y="177800"/>
                </a:lnTo>
                <a:cubicBezTo>
                  <a:pt x="74577" y="177800"/>
                  <a:pt x="79022" y="172799"/>
                  <a:pt x="79022" y="166688"/>
                </a:cubicBezTo>
                <a:close/>
                <a:moveTo>
                  <a:pt x="306211" y="266700"/>
                </a:moveTo>
                <a:cubicBezTo>
                  <a:pt x="311644" y="266700"/>
                  <a:pt x="316089" y="261699"/>
                  <a:pt x="316089" y="255587"/>
                </a:cubicBezTo>
                <a:lnTo>
                  <a:pt x="316089" y="233363"/>
                </a:lnTo>
                <a:cubicBezTo>
                  <a:pt x="316089" y="227251"/>
                  <a:pt x="311644" y="222250"/>
                  <a:pt x="306211" y="222250"/>
                </a:cubicBezTo>
                <a:lnTo>
                  <a:pt x="286456" y="222250"/>
                </a:lnTo>
                <a:cubicBezTo>
                  <a:pt x="281023" y="222250"/>
                  <a:pt x="276578" y="227251"/>
                  <a:pt x="276578" y="233363"/>
                </a:cubicBezTo>
                <a:lnTo>
                  <a:pt x="276578" y="255587"/>
                </a:lnTo>
                <a:cubicBezTo>
                  <a:pt x="276578" y="261699"/>
                  <a:pt x="281023" y="266700"/>
                  <a:pt x="286456" y="266700"/>
                </a:cubicBezTo>
                <a:lnTo>
                  <a:pt x="306211" y="266700"/>
                </a:lnTo>
                <a:close/>
                <a:moveTo>
                  <a:pt x="316089" y="166688"/>
                </a:moveTo>
                <a:lnTo>
                  <a:pt x="316089" y="144463"/>
                </a:lnTo>
                <a:cubicBezTo>
                  <a:pt x="316089" y="138351"/>
                  <a:pt x="311644" y="133350"/>
                  <a:pt x="306211" y="133350"/>
                </a:cubicBezTo>
                <a:lnTo>
                  <a:pt x="286456" y="133350"/>
                </a:lnTo>
                <a:cubicBezTo>
                  <a:pt x="281023" y="133350"/>
                  <a:pt x="276578" y="138351"/>
                  <a:pt x="276578" y="144463"/>
                </a:cubicBezTo>
                <a:lnTo>
                  <a:pt x="276578" y="166688"/>
                </a:lnTo>
                <a:cubicBezTo>
                  <a:pt x="276578" y="172799"/>
                  <a:pt x="281023" y="177800"/>
                  <a:pt x="286456" y="177800"/>
                </a:cubicBezTo>
                <a:lnTo>
                  <a:pt x="306211" y="177800"/>
                </a:lnTo>
                <a:cubicBezTo>
                  <a:pt x="311644" y="177800"/>
                  <a:pt x="316089" y="172799"/>
                  <a:pt x="316089" y="166688"/>
                </a:cubicBezTo>
                <a:close/>
                <a:moveTo>
                  <a:pt x="177800" y="177800"/>
                </a:moveTo>
                <a:cubicBezTo>
                  <a:pt x="199607" y="177800"/>
                  <a:pt x="217311" y="157883"/>
                  <a:pt x="217311" y="133350"/>
                </a:cubicBezTo>
                <a:cubicBezTo>
                  <a:pt x="217311" y="108817"/>
                  <a:pt x="199607" y="88900"/>
                  <a:pt x="177800" y="88900"/>
                </a:cubicBezTo>
                <a:cubicBezTo>
                  <a:pt x="155993" y="88900"/>
                  <a:pt x="138289" y="108817"/>
                  <a:pt x="138289" y="133350"/>
                </a:cubicBezTo>
                <a:cubicBezTo>
                  <a:pt x="138289" y="157883"/>
                  <a:pt x="155993" y="177800"/>
                  <a:pt x="177800" y="177800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6" name="Text 13"/>
          <p:cNvSpPr/>
          <p:nvPr/>
        </p:nvSpPr>
        <p:spPr>
          <a:xfrm>
            <a:off x="9042400" y="2794000"/>
            <a:ext cx="6159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Chapter Portal: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localchapter.nptel.ac.in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2000" y="3873500"/>
            <a:ext cx="71120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079500" y="41021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18533" y="66675"/>
                </a:moveTo>
                <a:lnTo>
                  <a:pt x="118533" y="111125"/>
                </a:lnTo>
                <a:lnTo>
                  <a:pt x="237067" y="111125"/>
                </a:lnTo>
                <a:lnTo>
                  <a:pt x="237067" y="66675"/>
                </a:lnTo>
                <a:cubicBezTo>
                  <a:pt x="237067" y="42158"/>
                  <a:pt x="210489" y="22225"/>
                  <a:pt x="177800" y="22225"/>
                </a:cubicBezTo>
                <a:cubicBezTo>
                  <a:pt x="145111" y="22225"/>
                  <a:pt x="118533" y="42158"/>
                  <a:pt x="118533" y="66675"/>
                </a:cubicBezTo>
                <a:close/>
                <a:moveTo>
                  <a:pt x="59267" y="111125"/>
                </a:moveTo>
                <a:lnTo>
                  <a:pt x="59267" y="66675"/>
                </a:lnTo>
                <a:cubicBezTo>
                  <a:pt x="59267" y="17572"/>
                  <a:pt x="112329" y="-22225"/>
                  <a:pt x="177800" y="-22225"/>
                </a:cubicBezTo>
                <a:cubicBezTo>
                  <a:pt x="243271" y="-22225"/>
                  <a:pt x="296333" y="17572"/>
                  <a:pt x="296333" y="66675"/>
                </a:cubicBezTo>
                <a:lnTo>
                  <a:pt x="296333" y="111125"/>
                </a:lnTo>
                <a:cubicBezTo>
                  <a:pt x="329023" y="111125"/>
                  <a:pt x="355600" y="131058"/>
                  <a:pt x="355600" y="155575"/>
                </a:cubicBezTo>
                <a:lnTo>
                  <a:pt x="355600" y="311150"/>
                </a:lnTo>
                <a:cubicBezTo>
                  <a:pt x="355600" y="335667"/>
                  <a:pt x="329023" y="355600"/>
                  <a:pt x="296333" y="355600"/>
                </a:cubicBezTo>
                <a:lnTo>
                  <a:pt x="59267" y="355600"/>
                </a:lnTo>
                <a:cubicBezTo>
                  <a:pt x="26577" y="355600"/>
                  <a:pt x="0" y="335667"/>
                  <a:pt x="0" y="311150"/>
                </a:cubicBezTo>
                <a:lnTo>
                  <a:pt x="0" y="155575"/>
                </a:lnTo>
                <a:cubicBezTo>
                  <a:pt x="0" y="131058"/>
                  <a:pt x="26577" y="111125"/>
                  <a:pt x="59267" y="111125"/>
                </a:cubicBezTo>
                <a:close/>
              </a:path>
            </a:pathLst>
          </a:custGeom>
          <a:solidFill>
            <a:srgbClr val="1B4F8F"/>
          </a:solidFill>
          <a:ln/>
        </p:spPr>
      </p:sp>
      <p:sp>
        <p:nvSpPr>
          <p:cNvPr id="19" name="Text 16"/>
          <p:cNvSpPr/>
          <p:nvPr/>
        </p:nvSpPr>
        <p:spPr>
          <a:xfrm>
            <a:off x="1549400" y="4000500"/>
            <a:ext cx="6032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DigiLocker: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600" u="sng" dirty="0">
                <a:solidFill>
                  <a:srgbClr val="1E293B"/>
                </a:solidFill>
                <a:uFill>
                  <a:solidFill>
                    <a:srgbClr val="1E293B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4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digilocker.gov.in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255000" y="3873500"/>
            <a:ext cx="7239000" cy="88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275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572500" y="41021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39363" y="86191"/>
                </a:moveTo>
                <a:cubicBezTo>
                  <a:pt x="335536" y="69731"/>
                  <a:pt x="324053" y="56813"/>
                  <a:pt x="309545" y="52437"/>
                </a:cubicBezTo>
                <a:cubicBezTo>
                  <a:pt x="283307" y="44450"/>
                  <a:pt x="177862" y="44450"/>
                  <a:pt x="177862" y="44450"/>
                </a:cubicBezTo>
                <a:cubicBezTo>
                  <a:pt x="177862" y="44450"/>
                  <a:pt x="72416" y="44450"/>
                  <a:pt x="46117" y="52437"/>
                </a:cubicBezTo>
                <a:cubicBezTo>
                  <a:pt x="31609" y="56813"/>
                  <a:pt x="20188" y="69731"/>
                  <a:pt x="16298" y="86191"/>
                </a:cubicBezTo>
                <a:cubicBezTo>
                  <a:pt x="9260" y="115987"/>
                  <a:pt x="9260" y="178078"/>
                  <a:pt x="9260" y="178078"/>
                </a:cubicBezTo>
                <a:cubicBezTo>
                  <a:pt x="9260" y="178078"/>
                  <a:pt x="9260" y="240169"/>
                  <a:pt x="16298" y="269964"/>
                </a:cubicBezTo>
                <a:cubicBezTo>
                  <a:pt x="20188" y="286355"/>
                  <a:pt x="31609" y="298787"/>
                  <a:pt x="46117" y="303163"/>
                </a:cubicBezTo>
                <a:cubicBezTo>
                  <a:pt x="72416" y="311150"/>
                  <a:pt x="177862" y="311150"/>
                  <a:pt x="177862" y="311150"/>
                </a:cubicBezTo>
                <a:cubicBezTo>
                  <a:pt x="177862" y="311150"/>
                  <a:pt x="283307" y="311150"/>
                  <a:pt x="309607" y="303163"/>
                </a:cubicBezTo>
                <a:cubicBezTo>
                  <a:pt x="324115" y="298787"/>
                  <a:pt x="335536" y="286355"/>
                  <a:pt x="339425" y="269964"/>
                </a:cubicBezTo>
                <a:cubicBezTo>
                  <a:pt x="346463" y="240169"/>
                  <a:pt x="346463" y="178078"/>
                  <a:pt x="346463" y="178078"/>
                </a:cubicBezTo>
                <a:cubicBezTo>
                  <a:pt x="346463" y="178078"/>
                  <a:pt x="346463" y="115987"/>
                  <a:pt x="339425" y="86191"/>
                </a:cubicBezTo>
                <a:close/>
                <a:moveTo>
                  <a:pt x="143351" y="234474"/>
                </a:moveTo>
                <a:lnTo>
                  <a:pt x="143351" y="121682"/>
                </a:lnTo>
                <a:lnTo>
                  <a:pt x="231449" y="178078"/>
                </a:lnTo>
                <a:lnTo>
                  <a:pt x="143351" y="234474"/>
                </a:lnTo>
                <a:close/>
              </a:path>
            </a:pathLst>
          </a:custGeom>
          <a:solidFill>
            <a:srgbClr val="FF0000"/>
          </a:solidFill>
          <a:ln/>
        </p:spPr>
      </p:sp>
      <p:sp>
        <p:nvSpPr>
          <p:cNvPr id="22" name="Text 19"/>
          <p:cNvSpPr/>
          <p:nvPr/>
        </p:nvSpPr>
        <p:spPr>
          <a:xfrm>
            <a:off x="9042400" y="4000500"/>
            <a:ext cx="6159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NPTEL YouTube: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Free video lectures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NPTEL | IITs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41 / 43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B4F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778000" y="762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Call to Action — </a:t>
            </a:r>
            <a:pPr algn="ctr">
              <a:lnSpc>
                <a:spcPct val="120000"/>
              </a:lnSpc>
            </a:pPr>
            <a:r>
              <a:rPr lang="en-US" sz="4000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Enroll Today!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6858000" y="1651000"/>
            <a:ext cx="2540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" name="Shape 2"/>
          <p:cNvSpPr/>
          <p:nvPr/>
        </p:nvSpPr>
        <p:spPr>
          <a:xfrm>
            <a:off x="1270000" y="2159000"/>
            <a:ext cx="1524000" cy="1524000"/>
          </a:xfrm>
          <a:prstGeom prst="ellipse">
            <a:avLst/>
          </a:prstGeom>
          <a:solidFill>
            <a:srgbClr val="FFFFFF">
              <a:alpha val="8235"/>
            </a:srgbClr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727200" y="2476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70122" y="1984"/>
                </a:moveTo>
                <a:cubicBezTo>
                  <a:pt x="77470" y="-1270"/>
                  <a:pt x="86360" y="-556"/>
                  <a:pt x="92891" y="3810"/>
                </a:cubicBezTo>
                <a:lnTo>
                  <a:pt x="383177" y="194231"/>
                </a:lnTo>
                <a:cubicBezTo>
                  <a:pt x="390706" y="199152"/>
                  <a:pt x="393700" y="207724"/>
                  <a:pt x="390797" y="215503"/>
                </a:cubicBezTo>
                <a:cubicBezTo>
                  <a:pt x="387894" y="223282"/>
                  <a:pt x="379549" y="228521"/>
                  <a:pt x="370114" y="228521"/>
                </a:cubicBezTo>
                <a:lnTo>
                  <a:pt x="231956" y="228521"/>
                </a:lnTo>
                <a:lnTo>
                  <a:pt x="312601" y="369570"/>
                </a:lnTo>
                <a:cubicBezTo>
                  <a:pt x="319768" y="382111"/>
                  <a:pt x="313962" y="397351"/>
                  <a:pt x="299629" y="403622"/>
                </a:cubicBezTo>
                <a:cubicBezTo>
                  <a:pt x="285296" y="409892"/>
                  <a:pt x="267879" y="404812"/>
                  <a:pt x="260713" y="392271"/>
                </a:cubicBezTo>
                <a:lnTo>
                  <a:pt x="180068" y="251222"/>
                </a:lnTo>
                <a:lnTo>
                  <a:pt x="97246" y="347901"/>
                </a:lnTo>
                <a:cubicBezTo>
                  <a:pt x="91621" y="354489"/>
                  <a:pt x="81824" y="357108"/>
                  <a:pt x="72934" y="354568"/>
                </a:cubicBezTo>
                <a:cubicBezTo>
                  <a:pt x="64044" y="352028"/>
                  <a:pt x="58057" y="344726"/>
                  <a:pt x="58057" y="336550"/>
                </a:cubicBezTo>
                <a:lnTo>
                  <a:pt x="58057" y="19050"/>
                </a:lnTo>
                <a:cubicBezTo>
                  <a:pt x="58057" y="11827"/>
                  <a:pt x="62684" y="5239"/>
                  <a:pt x="70122" y="1984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7" name="Text 4"/>
          <p:cNvSpPr/>
          <p:nvPr/>
        </p:nvSpPr>
        <p:spPr>
          <a:xfrm>
            <a:off x="1270000" y="2921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Visit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16000" y="3810000"/>
            <a:ext cx="203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nptel.ac.in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921000" y="2730500"/>
            <a:ext cx="762000" cy="0"/>
          </a:xfrm>
          <a:prstGeom prst="straightConnector1">
            <a:avLst/>
          </a:prstGeom>
          <a:noFill/>
          <a:ln w="25400">
            <a:solidFill>
              <a:srgbClr val="E87722"/>
            </a:solidFill>
            <a:prstDash val="solid"/>
            <a:headEnd type="none"/>
            <a:tailEnd type="arrow"/>
          </a:ln>
        </p:spPr>
      </p:sp>
      <p:sp>
        <p:nvSpPr>
          <p:cNvPr id="10" name="Shape 7"/>
          <p:cNvSpPr/>
          <p:nvPr/>
        </p:nvSpPr>
        <p:spPr>
          <a:xfrm>
            <a:off x="3810000" y="2159000"/>
            <a:ext cx="1524000" cy="1524000"/>
          </a:xfrm>
          <a:prstGeom prst="ellipse">
            <a:avLst/>
          </a:prstGeom>
          <a:solidFill>
            <a:srgbClr val="FFFFFF">
              <a:alpha val="8235"/>
            </a:srgbClr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67200" y="2476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30200" y="165100"/>
                </a:moveTo>
                <a:cubicBezTo>
                  <a:pt x="330200" y="201533"/>
                  <a:pt x="318373" y="235188"/>
                  <a:pt x="298450" y="262493"/>
                </a:cubicBezTo>
                <a:lnTo>
                  <a:pt x="398939" y="363061"/>
                </a:lnTo>
                <a:cubicBezTo>
                  <a:pt x="408861" y="372983"/>
                  <a:pt x="408861" y="389096"/>
                  <a:pt x="398939" y="399018"/>
                </a:cubicBezTo>
                <a:cubicBezTo>
                  <a:pt x="389017" y="408940"/>
                  <a:pt x="372904" y="408940"/>
                  <a:pt x="362982" y="399018"/>
                </a:cubicBezTo>
                <a:lnTo>
                  <a:pt x="262493" y="298450"/>
                </a:lnTo>
                <a:cubicBezTo>
                  <a:pt x="235188" y="318373"/>
                  <a:pt x="201533" y="330200"/>
                  <a:pt x="165100" y="330200"/>
                </a:cubicBezTo>
                <a:cubicBezTo>
                  <a:pt x="73898" y="330200"/>
                  <a:pt x="0" y="256302"/>
                  <a:pt x="0" y="165100"/>
                </a:cubicBezTo>
                <a:cubicBezTo>
                  <a:pt x="0" y="73898"/>
                  <a:pt x="73898" y="0"/>
                  <a:pt x="165100" y="0"/>
                </a:cubicBezTo>
                <a:cubicBezTo>
                  <a:pt x="256302" y="0"/>
                  <a:pt x="330200" y="73898"/>
                  <a:pt x="330200" y="165100"/>
                </a:cubicBezTo>
                <a:close/>
                <a:moveTo>
                  <a:pt x="165100" y="279400"/>
                </a:moveTo>
                <a:cubicBezTo>
                  <a:pt x="228184" y="279400"/>
                  <a:pt x="279400" y="228184"/>
                  <a:pt x="279400" y="165100"/>
                </a:cubicBezTo>
                <a:cubicBezTo>
                  <a:pt x="279400" y="102016"/>
                  <a:pt x="228184" y="50800"/>
                  <a:pt x="165100" y="50800"/>
                </a:cubicBezTo>
                <a:cubicBezTo>
                  <a:pt x="102016" y="50800"/>
                  <a:pt x="50800" y="102016"/>
                  <a:pt x="50800" y="165100"/>
                </a:cubicBezTo>
                <a:cubicBezTo>
                  <a:pt x="50800" y="228184"/>
                  <a:pt x="102016" y="279400"/>
                  <a:pt x="165100" y="279400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2" name="Text 9"/>
          <p:cNvSpPr/>
          <p:nvPr/>
        </p:nvSpPr>
        <p:spPr>
          <a:xfrm>
            <a:off x="3810000" y="2921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Browse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556000" y="3810000"/>
            <a:ext cx="203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 domain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61000" y="2730500"/>
            <a:ext cx="762000" cy="0"/>
          </a:xfrm>
          <a:prstGeom prst="straightConnector1">
            <a:avLst/>
          </a:prstGeom>
          <a:noFill/>
          <a:ln w="25400">
            <a:solidFill>
              <a:srgbClr val="E87722"/>
            </a:solidFill>
            <a:prstDash val="solid"/>
            <a:headEnd type="none"/>
            <a:tailEnd type="arrow"/>
          </a:ln>
        </p:spPr>
      </p:sp>
      <p:sp>
        <p:nvSpPr>
          <p:cNvPr id="15" name="Shape 12"/>
          <p:cNvSpPr/>
          <p:nvPr/>
        </p:nvSpPr>
        <p:spPr>
          <a:xfrm>
            <a:off x="6350000" y="2159000"/>
            <a:ext cx="1524000" cy="1524000"/>
          </a:xfrm>
          <a:prstGeom prst="ellipse">
            <a:avLst/>
          </a:prstGeom>
          <a:solidFill>
            <a:srgbClr val="FFFFFF">
              <a:alpha val="8235"/>
            </a:srgbClr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07200" y="2476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86360" y="101600"/>
                </a:moveTo>
                <a:cubicBezTo>
                  <a:pt x="86360" y="49030"/>
                  <a:pt x="120504" y="6350"/>
                  <a:pt x="162560" y="6350"/>
                </a:cubicBezTo>
                <a:cubicBezTo>
                  <a:pt x="204616" y="6350"/>
                  <a:pt x="238760" y="49030"/>
                  <a:pt x="238760" y="101600"/>
                </a:cubicBezTo>
                <a:cubicBezTo>
                  <a:pt x="238760" y="154170"/>
                  <a:pt x="204616" y="196850"/>
                  <a:pt x="162560" y="196850"/>
                </a:cubicBezTo>
                <a:cubicBezTo>
                  <a:pt x="120504" y="196850"/>
                  <a:pt x="86360" y="154170"/>
                  <a:pt x="86360" y="101600"/>
                </a:cubicBezTo>
                <a:close/>
                <a:moveTo>
                  <a:pt x="30480" y="382826"/>
                </a:moveTo>
                <a:cubicBezTo>
                  <a:pt x="30480" y="304641"/>
                  <a:pt x="81153" y="241300"/>
                  <a:pt x="143701" y="241300"/>
                </a:cubicBezTo>
                <a:lnTo>
                  <a:pt x="181420" y="241300"/>
                </a:lnTo>
                <a:cubicBezTo>
                  <a:pt x="243967" y="241300"/>
                  <a:pt x="294640" y="304641"/>
                  <a:pt x="294640" y="382826"/>
                </a:cubicBezTo>
                <a:cubicBezTo>
                  <a:pt x="294640" y="395843"/>
                  <a:pt x="286195" y="406400"/>
                  <a:pt x="275781" y="406400"/>
                </a:cubicBezTo>
                <a:lnTo>
                  <a:pt x="49340" y="406400"/>
                </a:lnTo>
                <a:cubicBezTo>
                  <a:pt x="38926" y="406400"/>
                  <a:pt x="30480" y="395843"/>
                  <a:pt x="30480" y="382826"/>
                </a:cubicBezTo>
                <a:close/>
                <a:moveTo>
                  <a:pt x="345440" y="76200"/>
                </a:moveTo>
                <a:cubicBezTo>
                  <a:pt x="353886" y="76200"/>
                  <a:pt x="360680" y="84693"/>
                  <a:pt x="360680" y="95250"/>
                </a:cubicBezTo>
                <a:lnTo>
                  <a:pt x="360680" y="133350"/>
                </a:lnTo>
                <a:lnTo>
                  <a:pt x="391160" y="133350"/>
                </a:lnTo>
                <a:cubicBezTo>
                  <a:pt x="399606" y="133350"/>
                  <a:pt x="406400" y="141843"/>
                  <a:pt x="406400" y="152400"/>
                </a:cubicBezTo>
                <a:cubicBezTo>
                  <a:pt x="406400" y="162957"/>
                  <a:pt x="399606" y="171450"/>
                  <a:pt x="391160" y="171450"/>
                </a:cubicBezTo>
                <a:lnTo>
                  <a:pt x="360680" y="171450"/>
                </a:lnTo>
                <a:lnTo>
                  <a:pt x="360680" y="209550"/>
                </a:lnTo>
                <a:cubicBezTo>
                  <a:pt x="360680" y="220107"/>
                  <a:pt x="353886" y="228600"/>
                  <a:pt x="345440" y="228600"/>
                </a:cubicBezTo>
                <a:cubicBezTo>
                  <a:pt x="336995" y="228600"/>
                  <a:pt x="330200" y="220107"/>
                  <a:pt x="330200" y="209550"/>
                </a:cubicBezTo>
                <a:lnTo>
                  <a:pt x="330200" y="171450"/>
                </a:lnTo>
                <a:lnTo>
                  <a:pt x="299720" y="171450"/>
                </a:lnTo>
                <a:cubicBezTo>
                  <a:pt x="291275" y="171450"/>
                  <a:pt x="284480" y="162957"/>
                  <a:pt x="284480" y="152400"/>
                </a:cubicBezTo>
                <a:cubicBezTo>
                  <a:pt x="284480" y="141843"/>
                  <a:pt x="291275" y="133350"/>
                  <a:pt x="299720" y="133350"/>
                </a:cubicBezTo>
                <a:lnTo>
                  <a:pt x="330200" y="133350"/>
                </a:lnTo>
                <a:lnTo>
                  <a:pt x="330200" y="95250"/>
                </a:lnTo>
                <a:cubicBezTo>
                  <a:pt x="330200" y="84693"/>
                  <a:pt x="336995" y="76200"/>
                  <a:pt x="345440" y="76200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17" name="Text 14"/>
          <p:cNvSpPr/>
          <p:nvPr/>
        </p:nvSpPr>
        <p:spPr>
          <a:xfrm>
            <a:off x="6350000" y="2921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Enroll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096000" y="3810000"/>
            <a:ext cx="203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course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001000" y="2730500"/>
            <a:ext cx="762000" cy="0"/>
          </a:xfrm>
          <a:prstGeom prst="straightConnector1">
            <a:avLst/>
          </a:prstGeom>
          <a:noFill/>
          <a:ln w="25400">
            <a:solidFill>
              <a:srgbClr val="E87722"/>
            </a:solidFill>
            <a:prstDash val="solid"/>
            <a:headEnd type="none"/>
            <a:tailEnd type="arrow"/>
          </a:ln>
        </p:spPr>
      </p:sp>
      <p:sp>
        <p:nvSpPr>
          <p:cNvPr id="20" name="Shape 17"/>
          <p:cNvSpPr/>
          <p:nvPr/>
        </p:nvSpPr>
        <p:spPr>
          <a:xfrm>
            <a:off x="8890000" y="2159000"/>
            <a:ext cx="1524000" cy="1524000"/>
          </a:xfrm>
          <a:prstGeom prst="ellipse">
            <a:avLst/>
          </a:prstGeom>
          <a:solidFill>
            <a:srgbClr val="FFFFFF">
              <a:alpha val="8235"/>
            </a:srgbClr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347200" y="2476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16114" y="0"/>
                </a:moveTo>
                <a:cubicBezTo>
                  <a:pt x="132171" y="0"/>
                  <a:pt x="145143" y="11351"/>
                  <a:pt x="145143" y="25400"/>
                </a:cubicBezTo>
                <a:lnTo>
                  <a:pt x="145143" y="50800"/>
                </a:lnTo>
                <a:lnTo>
                  <a:pt x="261257" y="50800"/>
                </a:lnTo>
                <a:lnTo>
                  <a:pt x="261257" y="25400"/>
                </a:lnTo>
                <a:cubicBezTo>
                  <a:pt x="261257" y="11351"/>
                  <a:pt x="274229" y="0"/>
                  <a:pt x="290286" y="0"/>
                </a:cubicBezTo>
                <a:cubicBezTo>
                  <a:pt x="306342" y="0"/>
                  <a:pt x="319314" y="11351"/>
                  <a:pt x="319314" y="25400"/>
                </a:cubicBezTo>
                <a:lnTo>
                  <a:pt x="319314" y="50800"/>
                </a:lnTo>
                <a:lnTo>
                  <a:pt x="348343" y="50800"/>
                </a:lnTo>
                <a:cubicBezTo>
                  <a:pt x="380365" y="50800"/>
                  <a:pt x="406400" y="73581"/>
                  <a:pt x="406400" y="101600"/>
                </a:cubicBezTo>
                <a:lnTo>
                  <a:pt x="406400" y="330200"/>
                </a:lnTo>
                <a:cubicBezTo>
                  <a:pt x="406400" y="358219"/>
                  <a:pt x="380365" y="381000"/>
                  <a:pt x="348343" y="381000"/>
                </a:cubicBezTo>
                <a:lnTo>
                  <a:pt x="58057" y="381000"/>
                </a:lnTo>
                <a:cubicBezTo>
                  <a:pt x="26035" y="381000"/>
                  <a:pt x="0" y="358219"/>
                  <a:pt x="0" y="330200"/>
                </a:cubicBezTo>
                <a:lnTo>
                  <a:pt x="0" y="101600"/>
                </a:lnTo>
                <a:cubicBezTo>
                  <a:pt x="0" y="73581"/>
                  <a:pt x="26035" y="50800"/>
                  <a:pt x="58057" y="50800"/>
                </a:cubicBezTo>
                <a:lnTo>
                  <a:pt x="87086" y="50800"/>
                </a:lnTo>
                <a:lnTo>
                  <a:pt x="87086" y="25400"/>
                </a:lnTo>
                <a:cubicBezTo>
                  <a:pt x="87086" y="11351"/>
                  <a:pt x="100058" y="0"/>
                  <a:pt x="116114" y="0"/>
                </a:cubicBezTo>
                <a:close/>
                <a:moveTo>
                  <a:pt x="279763" y="181531"/>
                </a:moveTo>
                <a:cubicBezTo>
                  <a:pt x="286113" y="172641"/>
                  <a:pt x="283029" y="160893"/>
                  <a:pt x="272869" y="155258"/>
                </a:cubicBezTo>
                <a:cubicBezTo>
                  <a:pt x="262709" y="149622"/>
                  <a:pt x="249283" y="152400"/>
                  <a:pt x="242842" y="161290"/>
                </a:cubicBezTo>
                <a:lnTo>
                  <a:pt x="187144" y="239316"/>
                </a:lnTo>
                <a:lnTo>
                  <a:pt x="162651" y="210741"/>
                </a:lnTo>
                <a:cubicBezTo>
                  <a:pt x="155394" y="202327"/>
                  <a:pt x="141786" y="200581"/>
                  <a:pt x="132171" y="206931"/>
                </a:cubicBezTo>
                <a:cubicBezTo>
                  <a:pt x="122555" y="213281"/>
                  <a:pt x="120559" y="225187"/>
                  <a:pt x="127816" y="233601"/>
                </a:cubicBezTo>
                <a:lnTo>
                  <a:pt x="171359" y="284401"/>
                </a:lnTo>
                <a:cubicBezTo>
                  <a:pt x="175623" y="289401"/>
                  <a:pt x="182517" y="292259"/>
                  <a:pt x="189684" y="292021"/>
                </a:cubicBezTo>
                <a:cubicBezTo>
                  <a:pt x="196850" y="291783"/>
                  <a:pt x="203381" y="288449"/>
                  <a:pt x="207191" y="283051"/>
                </a:cubicBezTo>
                <a:lnTo>
                  <a:pt x="279763" y="181451"/>
                </a:ln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22" name="Text 19"/>
          <p:cNvSpPr/>
          <p:nvPr/>
        </p:nvSpPr>
        <p:spPr>
          <a:xfrm>
            <a:off x="8890000" y="2921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Schedule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636000" y="3810000"/>
            <a:ext cx="203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Weekly study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0541000" y="2730500"/>
            <a:ext cx="762000" cy="0"/>
          </a:xfrm>
          <a:prstGeom prst="straightConnector1">
            <a:avLst/>
          </a:prstGeom>
          <a:noFill/>
          <a:ln w="25400">
            <a:solidFill>
              <a:srgbClr val="E87722"/>
            </a:solidFill>
            <a:prstDash val="solid"/>
            <a:headEnd type="none"/>
            <a:tailEnd type="arrow"/>
          </a:ln>
        </p:spPr>
      </p:sp>
      <p:sp>
        <p:nvSpPr>
          <p:cNvPr id="25" name="Shape 22"/>
          <p:cNvSpPr/>
          <p:nvPr/>
        </p:nvSpPr>
        <p:spPr>
          <a:xfrm>
            <a:off x="11430000" y="2159000"/>
            <a:ext cx="1524000" cy="1524000"/>
          </a:xfrm>
          <a:prstGeom prst="ellipse">
            <a:avLst/>
          </a:prstGeom>
          <a:solidFill>
            <a:srgbClr val="FFFFFF">
              <a:alpha val="8235"/>
            </a:srgbClr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1887200" y="2476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40704" y="50800"/>
                </a:moveTo>
                <a:cubicBezTo>
                  <a:pt x="40704" y="22781"/>
                  <a:pt x="58928" y="0"/>
                  <a:pt x="81344" y="0"/>
                </a:cubicBezTo>
                <a:lnTo>
                  <a:pt x="176276" y="0"/>
                </a:lnTo>
                <a:cubicBezTo>
                  <a:pt x="187071" y="0"/>
                  <a:pt x="197422" y="5318"/>
                  <a:pt x="205042" y="14843"/>
                </a:cubicBezTo>
                <a:lnTo>
                  <a:pt x="272606" y="99457"/>
                </a:lnTo>
                <a:cubicBezTo>
                  <a:pt x="280226" y="108982"/>
                  <a:pt x="284480" y="121920"/>
                  <a:pt x="284480" y="135414"/>
                </a:cubicBezTo>
                <a:lnTo>
                  <a:pt x="284480" y="212804"/>
                </a:lnTo>
                <a:lnTo>
                  <a:pt x="200660" y="317579"/>
                </a:lnTo>
                <a:lnTo>
                  <a:pt x="173926" y="317579"/>
                </a:lnTo>
                <a:lnTo>
                  <a:pt x="163703" y="275034"/>
                </a:lnTo>
                <a:cubicBezTo>
                  <a:pt x="160719" y="262573"/>
                  <a:pt x="151575" y="254079"/>
                  <a:pt x="141161" y="254079"/>
                </a:cubicBezTo>
                <a:cubicBezTo>
                  <a:pt x="133985" y="254079"/>
                  <a:pt x="127254" y="258128"/>
                  <a:pt x="122809" y="265113"/>
                </a:cubicBezTo>
                <a:lnTo>
                  <a:pt x="84646" y="324644"/>
                </a:lnTo>
                <a:cubicBezTo>
                  <a:pt x="79375" y="332819"/>
                  <a:pt x="80455" y="344884"/>
                  <a:pt x="86995" y="351393"/>
                </a:cubicBezTo>
                <a:cubicBezTo>
                  <a:pt x="93535" y="357902"/>
                  <a:pt x="103188" y="356632"/>
                  <a:pt x="108394" y="348377"/>
                </a:cubicBezTo>
                <a:lnTo>
                  <a:pt x="138303" y="301704"/>
                </a:lnTo>
                <a:lnTo>
                  <a:pt x="147955" y="341947"/>
                </a:lnTo>
                <a:cubicBezTo>
                  <a:pt x="149860" y="350044"/>
                  <a:pt x="155829" y="355521"/>
                  <a:pt x="162560" y="355521"/>
                </a:cubicBezTo>
                <a:lnTo>
                  <a:pt x="182563" y="355521"/>
                </a:lnTo>
                <a:cubicBezTo>
                  <a:pt x="181991" y="357981"/>
                  <a:pt x="181483" y="360521"/>
                  <a:pt x="181102" y="363061"/>
                </a:cubicBezTo>
                <a:lnTo>
                  <a:pt x="174181" y="406321"/>
                </a:lnTo>
                <a:lnTo>
                  <a:pt x="81344" y="406321"/>
                </a:lnTo>
                <a:cubicBezTo>
                  <a:pt x="58928" y="406321"/>
                  <a:pt x="40704" y="383540"/>
                  <a:pt x="40704" y="355521"/>
                </a:cubicBezTo>
                <a:lnTo>
                  <a:pt x="40704" y="50721"/>
                </a:lnTo>
                <a:close/>
                <a:moveTo>
                  <a:pt x="172784" y="46434"/>
                </a:moveTo>
                <a:lnTo>
                  <a:pt x="172784" y="120650"/>
                </a:lnTo>
                <a:cubicBezTo>
                  <a:pt x="172784" y="131207"/>
                  <a:pt x="179578" y="139700"/>
                  <a:pt x="188024" y="139700"/>
                </a:cubicBezTo>
                <a:lnTo>
                  <a:pt x="247396" y="139700"/>
                </a:lnTo>
                <a:lnTo>
                  <a:pt x="172784" y="46434"/>
                </a:lnTo>
                <a:close/>
                <a:moveTo>
                  <a:pt x="211011" y="370602"/>
                </a:moveTo>
                <a:cubicBezTo>
                  <a:pt x="212598" y="360759"/>
                  <a:pt x="216472" y="351711"/>
                  <a:pt x="222123" y="344646"/>
                </a:cubicBezTo>
                <a:lnTo>
                  <a:pt x="297625" y="250269"/>
                </a:lnTo>
                <a:lnTo>
                  <a:pt x="348425" y="313769"/>
                </a:lnTo>
                <a:lnTo>
                  <a:pt x="272923" y="408146"/>
                </a:lnTo>
                <a:cubicBezTo>
                  <a:pt x="267272" y="415211"/>
                  <a:pt x="260033" y="420052"/>
                  <a:pt x="252159" y="422037"/>
                </a:cubicBezTo>
                <a:lnTo>
                  <a:pt x="214313" y="431482"/>
                </a:lnTo>
                <a:cubicBezTo>
                  <a:pt x="213741" y="431641"/>
                  <a:pt x="213106" y="431721"/>
                  <a:pt x="212471" y="431721"/>
                </a:cubicBezTo>
                <a:cubicBezTo>
                  <a:pt x="207391" y="431721"/>
                  <a:pt x="203200" y="426561"/>
                  <a:pt x="203200" y="420132"/>
                </a:cubicBezTo>
                <a:cubicBezTo>
                  <a:pt x="203200" y="419338"/>
                  <a:pt x="203264" y="418624"/>
                  <a:pt x="203391" y="417830"/>
                </a:cubicBezTo>
                <a:lnTo>
                  <a:pt x="210947" y="370522"/>
                </a:lnTo>
                <a:close/>
                <a:moveTo>
                  <a:pt x="381064" y="272971"/>
                </a:moveTo>
                <a:lnTo>
                  <a:pt x="362776" y="295831"/>
                </a:lnTo>
                <a:lnTo>
                  <a:pt x="311976" y="232331"/>
                </a:lnTo>
                <a:lnTo>
                  <a:pt x="330264" y="209471"/>
                </a:lnTo>
                <a:cubicBezTo>
                  <a:pt x="344297" y="191929"/>
                  <a:pt x="367030" y="191929"/>
                  <a:pt x="381064" y="209471"/>
                </a:cubicBezTo>
                <a:cubicBezTo>
                  <a:pt x="395097" y="227013"/>
                  <a:pt x="395097" y="255429"/>
                  <a:pt x="381064" y="272971"/>
                </a:cubicBezTo>
                <a:close/>
              </a:path>
            </a:pathLst>
          </a:custGeom>
          <a:solidFill>
            <a:srgbClr val="E87722"/>
          </a:solidFill>
          <a:ln/>
        </p:spPr>
      </p:sp>
      <p:sp>
        <p:nvSpPr>
          <p:cNvPr id="27" name="Text 24"/>
          <p:cNvSpPr/>
          <p:nvPr/>
        </p:nvSpPr>
        <p:spPr>
          <a:xfrm>
            <a:off x="11430000" y="2921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1176000" y="3810000"/>
            <a:ext cx="203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 certified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12954000" y="2730500"/>
            <a:ext cx="762000" cy="0"/>
          </a:xfrm>
          <a:prstGeom prst="straightConnector1">
            <a:avLst/>
          </a:prstGeom>
          <a:noFill/>
          <a:ln w="25400">
            <a:solidFill>
              <a:srgbClr val="E87722"/>
            </a:solidFill>
            <a:prstDash val="solid"/>
            <a:headEnd type="none"/>
            <a:tailEnd type="arrow"/>
          </a:ln>
        </p:spPr>
      </p:sp>
      <p:sp>
        <p:nvSpPr>
          <p:cNvPr id="30" name="Shape 27"/>
          <p:cNvSpPr/>
          <p:nvPr/>
        </p:nvSpPr>
        <p:spPr>
          <a:xfrm>
            <a:off x="13843000" y="2159000"/>
            <a:ext cx="1524000" cy="1524000"/>
          </a:xfrm>
          <a:prstGeom prst="ellipse">
            <a:avLst/>
          </a:prstGeom>
          <a:solidFill>
            <a:srgbClr val="E87722"/>
          </a:solidFill>
          <a:ln/>
          <a:effectLst>
            <a:outerShdw sx="100000" sy="100000" kx="0" ky="0" algn="bl" rotWithShape="0" blurRad="127000" dist="38100" dir="5400000">
              <a:srgbClr val="e87722">
                <a:alpha val="31373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14300200" y="2476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14538" y="0"/>
                </a:moveTo>
                <a:lnTo>
                  <a:pt x="292338" y="0"/>
                </a:lnTo>
                <a:cubicBezTo>
                  <a:pt x="313373" y="0"/>
                  <a:pt x="330518" y="17304"/>
                  <a:pt x="329724" y="38259"/>
                </a:cubicBezTo>
                <a:cubicBezTo>
                  <a:pt x="329565" y="42466"/>
                  <a:pt x="329406" y="46673"/>
                  <a:pt x="329168" y="50800"/>
                </a:cubicBezTo>
                <a:lnTo>
                  <a:pt x="368538" y="50800"/>
                </a:lnTo>
                <a:cubicBezTo>
                  <a:pt x="389255" y="50800"/>
                  <a:pt x="407511" y="67945"/>
                  <a:pt x="405924" y="90329"/>
                </a:cubicBezTo>
                <a:cubicBezTo>
                  <a:pt x="399971" y="172641"/>
                  <a:pt x="357902" y="217884"/>
                  <a:pt x="312261" y="241538"/>
                </a:cubicBezTo>
                <a:cubicBezTo>
                  <a:pt x="299720" y="248047"/>
                  <a:pt x="286941" y="252889"/>
                  <a:pt x="274796" y="256461"/>
                </a:cubicBezTo>
                <a:cubicBezTo>
                  <a:pt x="258763" y="279162"/>
                  <a:pt x="242094" y="291148"/>
                  <a:pt x="228838" y="297577"/>
                </a:cubicBezTo>
                <a:lnTo>
                  <a:pt x="228838" y="355600"/>
                </a:lnTo>
                <a:lnTo>
                  <a:pt x="279638" y="355600"/>
                </a:lnTo>
                <a:cubicBezTo>
                  <a:pt x="293688" y="355600"/>
                  <a:pt x="305038" y="366951"/>
                  <a:pt x="305038" y="381000"/>
                </a:cubicBezTo>
                <a:cubicBezTo>
                  <a:pt x="305038" y="395049"/>
                  <a:pt x="293688" y="406400"/>
                  <a:pt x="279638" y="406400"/>
                </a:cubicBezTo>
                <a:lnTo>
                  <a:pt x="127238" y="406400"/>
                </a:lnTo>
                <a:cubicBezTo>
                  <a:pt x="113189" y="406400"/>
                  <a:pt x="101838" y="395049"/>
                  <a:pt x="101838" y="381000"/>
                </a:cubicBezTo>
                <a:cubicBezTo>
                  <a:pt x="101838" y="366951"/>
                  <a:pt x="113189" y="355600"/>
                  <a:pt x="127238" y="355600"/>
                </a:cubicBezTo>
                <a:lnTo>
                  <a:pt x="178038" y="355600"/>
                </a:lnTo>
                <a:lnTo>
                  <a:pt x="178038" y="297577"/>
                </a:lnTo>
                <a:cubicBezTo>
                  <a:pt x="165338" y="291465"/>
                  <a:pt x="149543" y="280114"/>
                  <a:pt x="134144" y="259239"/>
                </a:cubicBezTo>
                <a:cubicBezTo>
                  <a:pt x="119539" y="255429"/>
                  <a:pt x="103664" y="249634"/>
                  <a:pt x="88186" y="240903"/>
                </a:cubicBezTo>
                <a:cubicBezTo>
                  <a:pt x="45244" y="216852"/>
                  <a:pt x="6509" y="171529"/>
                  <a:pt x="953" y="90170"/>
                </a:cubicBezTo>
                <a:cubicBezTo>
                  <a:pt x="-556" y="67866"/>
                  <a:pt x="17621" y="50721"/>
                  <a:pt x="38338" y="50721"/>
                </a:cubicBezTo>
                <a:lnTo>
                  <a:pt x="77708" y="50721"/>
                </a:lnTo>
                <a:cubicBezTo>
                  <a:pt x="77470" y="46593"/>
                  <a:pt x="77311" y="42466"/>
                  <a:pt x="77153" y="38179"/>
                </a:cubicBezTo>
                <a:cubicBezTo>
                  <a:pt x="76359" y="17145"/>
                  <a:pt x="93504" y="-79"/>
                  <a:pt x="114538" y="-79"/>
                </a:cubicBezTo>
                <a:close/>
                <a:moveTo>
                  <a:pt x="80566" y="88900"/>
                </a:moveTo>
                <a:lnTo>
                  <a:pt x="38973" y="88900"/>
                </a:lnTo>
                <a:cubicBezTo>
                  <a:pt x="43894" y="156131"/>
                  <a:pt x="74771" y="189786"/>
                  <a:pt x="106601" y="207645"/>
                </a:cubicBezTo>
                <a:cubicBezTo>
                  <a:pt x="95171" y="178038"/>
                  <a:pt x="85725" y="139383"/>
                  <a:pt x="80566" y="88900"/>
                </a:cubicBezTo>
                <a:close/>
                <a:moveTo>
                  <a:pt x="301625" y="203835"/>
                </a:moveTo>
                <a:cubicBezTo>
                  <a:pt x="333772" y="184944"/>
                  <a:pt x="362823" y="151368"/>
                  <a:pt x="367744" y="88900"/>
                </a:cubicBezTo>
                <a:lnTo>
                  <a:pt x="326231" y="88900"/>
                </a:lnTo>
                <a:cubicBezTo>
                  <a:pt x="321310" y="137239"/>
                  <a:pt x="312420" y="174784"/>
                  <a:pt x="301625" y="20383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29"/>
          <p:cNvSpPr/>
          <p:nvPr/>
        </p:nvSpPr>
        <p:spPr>
          <a:xfrm>
            <a:off x="13843000" y="2921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Repeat!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13589000" y="3810000"/>
            <a:ext cx="203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semester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2032000" y="4826000"/>
            <a:ext cx="1219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 your career — </a:t>
            </a:r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E8772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 certification at a time</a:t>
            </a:r>
            <a:endParaRPr lang="en-US" sz="2400" dirty="0"/>
          </a:p>
        </p:txBody>
      </p:sp>
      <p:sp>
        <p:nvSpPr>
          <p:cNvPr id="35" name="Text 32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NPTEL | IITs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42 / 43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e32s5zdbnfdd4/mnt/agents/output/nptel-presentation/images/9_A_measure_of_student_success_More.png">    </p:cNvPr>
          <p:cNvPicPr>
            <a:picLocks noChangeAspect="1"/>
          </p:cNvPicPr>
          <p:nvPr/>
        </p:nvPicPr>
        <p:blipFill>
          <a:blip r:embed="rId1"/>
          <a:srcRect l="1389" r="1389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4F8F">
                  <a:alpha val="94000"/>
                </a:srgbClr>
              </a:gs>
              <a:gs pos="50000">
                <a:srgbClr val="1B4F8F">
                  <a:alpha val="82000"/>
                </a:srgbClr>
              </a:gs>
              <a:gs pos="100000">
                <a:srgbClr val="1B4F8F">
                  <a:alpha val="69000"/>
                </a:srgbClr>
              </a:gs>
            </a:gsLst>
            <a:lin ang="54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048000" y="2540000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Shape 2"/>
          <p:cNvSpPr/>
          <p:nvPr/>
        </p:nvSpPr>
        <p:spPr>
          <a:xfrm>
            <a:off x="6858000" y="3556000"/>
            <a:ext cx="2540000" cy="508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7" name="Text 3"/>
          <p:cNvSpPr/>
          <p:nvPr/>
        </p:nvSpPr>
        <p:spPr>
          <a:xfrm>
            <a:off x="3048000" y="3810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 Your NPTEL Journey Today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6223000" y="4699000"/>
            <a:ext cx="3810000" cy="508000"/>
          </a:xfrm>
          <a:prstGeom prst="roundRect">
            <a:avLst>
              <a:gd name="adj" fmla="val 50000"/>
            </a:avLst>
          </a:prstGeom>
          <a:solidFill>
            <a:srgbClr val="E87722"/>
          </a:solidFill>
          <a:ln/>
        </p:spPr>
      </p:sp>
      <p:sp>
        <p:nvSpPr>
          <p:cNvPr id="9" name="Text 5"/>
          <p:cNvSpPr/>
          <p:nvPr/>
        </p:nvSpPr>
        <p:spPr>
          <a:xfrm>
            <a:off x="6223000" y="4699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QUESTIONS &amp; ANSWERS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318000" y="571500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Contact: nptel@iitm.ac.in  |  Website: </a:t>
            </a:r>
            <a:pPr algn="ctr">
              <a:lnSpc>
                <a:spcPct val="160000"/>
              </a:lnSpc>
            </a:pPr>
            <a:r>
              <a:rPr lang="en-US" sz="16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2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nptel.ac.in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NPTEL | IITs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43 / 43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Enhancing Self-Learning &amp; Skill Development through NPTEL</dc:title>
  <dc:subject>Enhancing Self-Learning &amp; Skill Development through NPTEL</dc:subject>
  <dc:creator>Kimi</dc:creator>
  <cp:lastModifiedBy>Kimi</cp:lastModifiedBy>
  <cp:revision>1</cp:revision>
  <dcterms:created xsi:type="dcterms:W3CDTF">2026-07-05T08:49:38Z</dcterms:created>
  <dcterms:modified xsi:type="dcterms:W3CDTF">2026-07-05T08:49:38Z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{"Label":"Enhancing Self-Learning &amp; Skill Development through NPTEL","ContentProducer":"001191110108MACG2KBH8F10000","ProduceID":"19f31266-ddc2-82b8-8000-000097d277de","ReservedCode1":"","ContentPropagator":"001191110108MACG2KBH8F20000","PropagateID":"19f31212-04a2-8f96-8000-09054ef859b4","ReservedCode2":""}</vt:lpwstr>
  </property>
</Properties>
</file>